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6" r:id="rId6"/>
    <p:sldId id="262" r:id="rId7"/>
    <p:sldId id="263" r:id="rId8"/>
    <p:sldId id="259" r:id="rId9"/>
    <p:sldId id="260" r:id="rId10"/>
    <p:sldId id="265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>
        <p:scale>
          <a:sx n="81" d="100"/>
          <a:sy n="81" d="100"/>
        </p:scale>
        <p:origin x="3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9541-D2CD-7997-80C1-5F7AFFFA7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F241B-39D8-093E-F6D3-6E0E0F441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122C-9027-C63A-EEF9-50B29F01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F5655-CB34-D293-1FF3-8C64BD89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3F3F-2770-D748-0B72-C43E3EFB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2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10B7-86D8-D615-AFD0-97DF00DB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EA54-9689-3757-DE88-F7465D25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A27C-04F4-8134-6DDE-D0C3E83A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7060A-138D-6D43-8417-644BBB50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2799B-1DD0-C496-2CAA-D39F2BFC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1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B151-80C7-E903-144C-F81024B83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C7901-B7E8-DE59-2F2E-4B682BD86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05DC-BCD4-0BAB-93C9-15F27899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9184-CEBD-D4B1-1C81-31F1FE45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C0351-34F7-4CDB-2C6A-FB94CD20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EF1C-AC26-016D-AF16-030D7007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8927-FA0E-5697-44C8-4BB875E79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4FD0-4BCE-94ED-19C1-B6FFCF6E4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92772-BA0B-B906-7B80-D8F3F4B4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B58F3-3630-06F1-F58A-E9D25CF6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AFE3F-1AF8-5535-317F-98327A47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9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33CC-60DD-B3D3-469C-A1527486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DF473-B5AF-36B6-8831-582175B2B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D4E7A-8805-A516-BFE1-451561C91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4E3E2-4ACC-F3B0-BE1F-74C149E5A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B465B-BD42-7D71-792A-DF887C26F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5486A-0101-5417-3231-024E883B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7B0220-F478-8503-021F-857907B8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609B7-EA65-C1D7-B486-09F25F36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0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B0C-614E-B71A-D84F-AA7ADAE7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860BE-B97D-0051-2CD7-591DAF8A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6EDF9-F4C2-11BF-4754-7216F783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FD0C6-664B-E39C-49D4-E5F9E34B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6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E4B9F-EB4B-E0FB-E391-604D05BE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599F8-B240-62EE-543E-D554D057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4570E-1770-BBB4-00E2-5FC4F31C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2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4CC2-5981-39D3-D161-FA4E6945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01DB-CC75-2304-66F3-A388206F9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D945E-73B5-F057-3C05-B2A760619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C6A5C-B253-9AD0-9B5D-CAD119D8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76750-9017-C78F-5B7E-DF738241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6AA0D-AC35-23F0-400D-D926222A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5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32FB-09DB-FB00-E7FB-3975027C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672C1-2A4C-2A34-22DC-94F3F1040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382D0-F647-7D13-EBD9-EF981B132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94CE7-6F44-046A-A5AC-AD0789C2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6D939-2EBD-12F2-B9A6-EF12BDEB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9423A-5A41-01B6-A1E4-3D3BBB94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3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6911-9AD9-200B-1F32-670C6BE2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48762-1132-D4DA-8591-DBC5C9948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04552-9F97-652B-C4A8-FF393084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8DCD1-6B99-AEF5-9B99-0C3D9A53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5AD6D-F5D7-5A1E-E940-D264A143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9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8E611-0A86-3CFD-77B0-4D97B1ADA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F594-1868-4C71-FCF9-7AB2366D1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F2042-B819-99EA-7976-25AD2D44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DCA53-57A0-F274-CF90-052823BD5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020D-A6D1-8444-0615-79B12327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6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A20A8-850F-4699-D33F-2F346330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CF5A5-58EE-BF80-0187-8D9D76185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81A3-808D-E93D-6146-8B81CA32C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BAC97-95CC-1649-960D-9E6DCD10881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8A9C7-313D-1E4B-7F5E-A511435BC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D130-7DFA-645E-0FB2-A1516E355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B1EC3-735F-7844-8A03-A67B97624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6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tags" Target="../tags/tag11.xml"/><Relationship Id="rId21" Type="http://schemas.openxmlformats.org/officeDocument/2006/relationships/image" Target="../media/image13.png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tags" Target="../tags/tag10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12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16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image" Target="../media/image15.png"/><Relationship Id="rId10" Type="http://schemas.openxmlformats.org/officeDocument/2006/relationships/tags" Target="../tags/tag18.xml"/><Relationship Id="rId19" Type="http://schemas.openxmlformats.org/officeDocument/2006/relationships/image" Target="../media/image11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38.xml"/><Relationship Id="rId18" Type="http://schemas.openxmlformats.org/officeDocument/2006/relationships/slideLayout" Target="../slideLayouts/slideLayout2.xml"/><Relationship Id="rId26" Type="http://schemas.openxmlformats.org/officeDocument/2006/relationships/image" Target="../media/image32.png"/><Relationship Id="rId3" Type="http://schemas.openxmlformats.org/officeDocument/2006/relationships/tags" Target="../tags/tag28.xml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tags" Target="../tags/tag35.xml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8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4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20.png"/><Relationship Id="rId17" Type="http://schemas.openxmlformats.org/officeDocument/2006/relationships/image" Target="../media/image45.png"/><Relationship Id="rId2" Type="http://schemas.openxmlformats.org/officeDocument/2006/relationships/tags" Target="../tags/tag44.xml"/><Relationship Id="rId16" Type="http://schemas.openxmlformats.org/officeDocument/2006/relationships/image" Target="../media/image44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19.png"/><Relationship Id="rId5" Type="http://schemas.openxmlformats.org/officeDocument/2006/relationships/tags" Target="../tags/tag47.xml"/><Relationship Id="rId15" Type="http://schemas.openxmlformats.org/officeDocument/2006/relationships/image" Target="../media/image4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54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31" Type="http://schemas.openxmlformats.org/officeDocument/2006/relationships/image" Target="../media/image56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8" Type="http://schemas.openxmlformats.org/officeDocument/2006/relationships/tags" Target="../tags/tag59.xml"/><Relationship Id="rId3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9ED9-F1FE-D6EB-DB2F-64C451F66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to Programming</a:t>
            </a:r>
            <a:br>
              <a:rPr lang="en-US" dirty="0"/>
            </a:br>
            <a:r>
              <a:rPr lang="en-US" sz="4800" dirty="0"/>
              <a:t>Lecture 1 – Strings and the Genome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C1D11-3D6B-99E5-8576-9090A9781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CompBio</a:t>
            </a:r>
            <a:r>
              <a:rPr lang="en-US" dirty="0"/>
              <a:t> Hillman Academy 2026</a:t>
            </a:r>
          </a:p>
          <a:p>
            <a:r>
              <a:rPr lang="en-US" dirty="0"/>
              <a:t>Keisuke Ishihara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031FC-FFC2-5787-6F4F-0C5A8CF9C531}"/>
              </a:ext>
            </a:extLst>
          </p:cNvPr>
          <p:cNvSpPr txBox="1"/>
          <p:nvPr/>
        </p:nvSpPr>
        <p:spPr>
          <a:xfrm>
            <a:off x="4086443" y="6003235"/>
            <a:ext cx="401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images from </a:t>
            </a:r>
            <a:r>
              <a:rPr lang="en-US" dirty="0" err="1"/>
              <a:t>Biorender</a:t>
            </a:r>
            <a:r>
              <a:rPr lang="en-US" dirty="0"/>
              <a:t> or Wikipedia</a:t>
            </a:r>
          </a:p>
        </p:txBody>
      </p:sp>
    </p:spTree>
    <p:extLst>
      <p:ext uri="{BB962C8B-B14F-4D97-AF65-F5344CB8AC3E}">
        <p14:creationId xmlns:p14="http://schemas.microsoft.com/office/powerpoint/2010/main" val="44344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DAC903-6E12-1D77-61DE-DC30EF16772D}"/>
              </a:ext>
            </a:extLst>
          </p:cNvPr>
          <p:cNvGrpSpPr/>
          <p:nvPr/>
        </p:nvGrpSpPr>
        <p:grpSpPr>
          <a:xfrm>
            <a:off x="0" y="0"/>
            <a:ext cx="10319041" cy="7221894"/>
            <a:chOff x="918" y="0"/>
            <a:chExt cx="8939760" cy="6256589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54D25B33-EED7-ECBC-E726-9FA6D430786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18" y="0"/>
              <a:ext cx="2551176" cy="3371088"/>
            </a:xfrm>
            <a:prstGeom prst="rect">
              <a:avLst/>
            </a:prstGeom>
          </p:spPr>
        </p:pic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9CF84BB7-5677-8E8C-A9A2-C6C1DC14E88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55808" y="1034022"/>
              <a:ext cx="1694688" cy="1682496"/>
            </a:xfrm>
            <a:prstGeom prst="rect">
              <a:avLst/>
            </a:prstGeom>
          </p:spPr>
        </p:pic>
        <p:pic>
          <p:nvPicPr>
            <p:cNvPr id="6" name="Image 2" descr="preencoded.png">
              <a:extLst>
                <a:ext uri="{FF2B5EF4-FFF2-40B4-BE49-F238E27FC236}">
                  <a16:creationId xmlns:a16="http://schemas.microsoft.com/office/drawing/2014/main" id="{5D1C4B5F-6595-91A0-3B37-0FE0CBD7F21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5715672" y="4182485"/>
              <a:ext cx="2578608" cy="749808"/>
            </a:xfrm>
            <a:prstGeom prst="rect">
              <a:avLst/>
            </a:prstGeom>
          </p:spPr>
        </p:pic>
        <p:pic>
          <p:nvPicPr>
            <p:cNvPr id="7" name="Image 3" descr="preencoded.png">
              <a:extLst>
                <a:ext uri="{FF2B5EF4-FFF2-40B4-BE49-F238E27FC236}">
                  <a16:creationId xmlns:a16="http://schemas.microsoft.com/office/drawing/2014/main" id="{FAE5BE28-2D57-7ACA-EF36-0D9BE6EA64F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150252" y="1440938"/>
              <a:ext cx="3441192" cy="1057656"/>
            </a:xfrm>
            <a:prstGeom prst="rect">
              <a:avLst/>
            </a:prstGeom>
          </p:spPr>
        </p:pic>
        <p:pic>
          <p:nvPicPr>
            <p:cNvPr id="8" name="Image 4" descr="preencoded.png">
              <a:extLst>
                <a:ext uri="{FF2B5EF4-FFF2-40B4-BE49-F238E27FC236}">
                  <a16:creationId xmlns:a16="http://schemas.microsoft.com/office/drawing/2014/main" id="{8FE53BD4-8D28-E887-81BB-56EE666A608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531519" y="1374708"/>
              <a:ext cx="1783080" cy="1225296"/>
            </a:xfrm>
            <a:prstGeom prst="rect">
              <a:avLst/>
            </a:prstGeom>
          </p:spPr>
        </p:pic>
        <p:pic>
          <p:nvPicPr>
            <p:cNvPr id="9" name="Image 5" descr="preencoded.png">
              <a:extLst>
                <a:ext uri="{FF2B5EF4-FFF2-40B4-BE49-F238E27FC236}">
                  <a16:creationId xmlns:a16="http://schemas.microsoft.com/office/drawing/2014/main" id="{C79D0421-C3CA-4D1F-7F84-811171D49B5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623253" y="1877092"/>
              <a:ext cx="1941576" cy="530352"/>
            </a:xfrm>
            <a:prstGeom prst="rect">
              <a:avLst/>
            </a:prstGeom>
          </p:spPr>
        </p:pic>
        <p:pic>
          <p:nvPicPr>
            <p:cNvPr id="10" name="Image 6" descr="preencoded.png">
              <a:extLst>
                <a:ext uri="{FF2B5EF4-FFF2-40B4-BE49-F238E27FC236}">
                  <a16:creationId xmlns:a16="http://schemas.microsoft.com/office/drawing/2014/main" id="{9F2FBC70-9FA6-D745-0BC9-7A160081841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8193918" y="1880609"/>
              <a:ext cx="746760" cy="2883408"/>
            </a:xfrm>
            <a:prstGeom prst="rect">
              <a:avLst/>
            </a:prstGeom>
          </p:spPr>
        </p:pic>
        <p:pic>
          <p:nvPicPr>
            <p:cNvPr id="11" name="Image 7" descr="preencoded.png">
              <a:extLst>
                <a:ext uri="{FF2B5EF4-FFF2-40B4-BE49-F238E27FC236}">
                  <a16:creationId xmlns:a16="http://schemas.microsoft.com/office/drawing/2014/main" id="{146D605A-A817-DCF3-879B-3FD278CE201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266395" y="4415597"/>
              <a:ext cx="4904232" cy="1840992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6AB1D8C-F333-585C-F1C4-A8229F0FF9FF}"/>
              </a:ext>
            </a:extLst>
          </p:cNvPr>
          <p:cNvSpPr txBox="1"/>
          <p:nvPr/>
        </p:nvSpPr>
        <p:spPr>
          <a:xfrm>
            <a:off x="3239920" y="145578"/>
            <a:ext cx="75006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The human body is composed of 30 trillion cells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DD89E1-F6C8-9BAA-E982-CAB0D1AB9E44}"/>
              </a:ext>
            </a:extLst>
          </p:cNvPr>
          <p:cNvSpPr txBox="1"/>
          <p:nvPr/>
        </p:nvSpPr>
        <p:spPr>
          <a:xfrm>
            <a:off x="2400393" y="3581043"/>
            <a:ext cx="7737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DNA stores genetic information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3E1105-AA91-0826-C352-1FB150A695BC}"/>
              </a:ext>
            </a:extLst>
          </p:cNvPr>
          <p:cNvCxnSpPr/>
          <p:nvPr/>
        </p:nvCxnSpPr>
        <p:spPr>
          <a:xfrm>
            <a:off x="3239920" y="5255046"/>
            <a:ext cx="1189821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CD068-326E-8453-540B-07EC019CFCEB}"/>
              </a:ext>
            </a:extLst>
          </p:cNvPr>
          <p:cNvCxnSpPr/>
          <p:nvPr/>
        </p:nvCxnSpPr>
        <p:spPr>
          <a:xfrm>
            <a:off x="4754901" y="5255046"/>
            <a:ext cx="1189821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349B9A-0306-ED0C-46E7-141F6FC19B61}"/>
              </a:ext>
            </a:extLst>
          </p:cNvPr>
          <p:cNvSpPr txBox="1"/>
          <p:nvPr/>
        </p:nvSpPr>
        <p:spPr>
          <a:xfrm>
            <a:off x="3373537" y="4906427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7CEFA-EBED-985D-E49C-BC6B0264274F}"/>
              </a:ext>
            </a:extLst>
          </p:cNvPr>
          <p:cNvSpPr txBox="1"/>
          <p:nvPr/>
        </p:nvSpPr>
        <p:spPr>
          <a:xfrm>
            <a:off x="4905618" y="4906427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2</a:t>
            </a:r>
          </a:p>
        </p:txBody>
      </p:sp>
    </p:spTree>
    <p:extLst>
      <p:ext uri="{BB962C8B-B14F-4D97-AF65-F5344CB8AC3E}">
        <p14:creationId xmlns:p14="http://schemas.microsoft.com/office/powerpoint/2010/main" val="204880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83F0-77BA-A703-C776-4CDCE28B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DNA is transcribed and translated into a collection of amino acids (=protein)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51C4D14-1C03-8DF2-5785-4522EECD2D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10138" y="3505858"/>
            <a:ext cx="8342507" cy="220702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DBE8DAA-9A76-DCA6-A9EB-82451DC216D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10138" y="5235164"/>
            <a:ext cx="8342507" cy="220702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FCF86A6-DDC3-D90C-03F4-B279E0B103D1}"/>
              </a:ext>
            </a:extLst>
          </p:cNvPr>
          <p:cNvSpPr/>
          <p:nvPr/>
        </p:nvSpPr>
        <p:spPr>
          <a:xfrm>
            <a:off x="2940695" y="2171196"/>
            <a:ext cx="690349" cy="25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DNA</a:t>
            </a:r>
            <a:endParaRPr lang="en-US" sz="2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55DBB28-25C4-B9A8-401B-BFEE8816ED8C}"/>
              </a:ext>
            </a:extLst>
          </p:cNvPr>
          <p:cNvSpPr/>
          <p:nvPr/>
        </p:nvSpPr>
        <p:spPr>
          <a:xfrm>
            <a:off x="2840167" y="4146195"/>
            <a:ext cx="925374" cy="25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mRNA</a:t>
            </a:r>
            <a:endParaRPr lang="en-US" sz="2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E0861D5-BD42-3D8F-5209-3DE772089173}"/>
              </a:ext>
            </a:extLst>
          </p:cNvPr>
          <p:cNvSpPr/>
          <p:nvPr/>
        </p:nvSpPr>
        <p:spPr>
          <a:xfrm>
            <a:off x="2695071" y="5843377"/>
            <a:ext cx="1151533" cy="25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2000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Protein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17A68-6FBD-E72E-41E3-552EF693B4BC}"/>
              </a:ext>
            </a:extLst>
          </p:cNvPr>
          <p:cNvSpPr/>
          <p:nvPr/>
        </p:nvSpPr>
        <p:spPr>
          <a:xfrm>
            <a:off x="8029203" y="5019328"/>
            <a:ext cx="1045125" cy="35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b="1" i="1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Codons</a:t>
            </a:r>
            <a:endParaRPr lang="en-US" b="1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7A470CF7-0BBD-1138-E38C-C6185FDF99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40547" y="4699489"/>
            <a:ext cx="1344272" cy="36114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9F2CA7E-BF92-4515-F810-F22AF4D1B07D}"/>
              </a:ext>
            </a:extLst>
          </p:cNvPr>
          <p:cNvSpPr/>
          <p:nvPr/>
        </p:nvSpPr>
        <p:spPr>
          <a:xfrm>
            <a:off x="3974571" y="2141058"/>
            <a:ext cx="223019" cy="35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5’</a:t>
            </a:r>
            <a:endParaRPr lang="en-US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18DA31AE-6E85-1779-BDB1-2E017ECBE68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040222" y="5800056"/>
            <a:ext cx="5128294" cy="248791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010ED5A5-E8C7-2FBF-80BF-54925FB6C26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427458" y="5539227"/>
            <a:ext cx="770448" cy="770448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E340A697-9A4B-D1F3-94DB-7DD63CE00B3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643166" y="5539227"/>
            <a:ext cx="770448" cy="770448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4C5D72AD-D4A0-5AF6-5AD7-CB2114EB2DA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6858874" y="5539227"/>
            <a:ext cx="770448" cy="770448"/>
          </a:xfrm>
          <a:prstGeom prst="rect">
            <a:avLst/>
          </a:prstGeom>
        </p:spPr>
      </p:pic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8F14855A-1EAA-387B-63F8-21D840BF065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074580" y="5539227"/>
            <a:ext cx="770448" cy="770448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304308BC-9B46-01DD-5C68-FD314085F661}"/>
              </a:ext>
            </a:extLst>
          </p:cNvPr>
          <p:cNvSpPr/>
          <p:nvPr/>
        </p:nvSpPr>
        <p:spPr>
          <a:xfrm>
            <a:off x="9156174" y="2141058"/>
            <a:ext cx="223019" cy="35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3’</a:t>
            </a:r>
            <a:endParaRPr lang="en-US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1705714-48A7-2DDE-91A5-D70F295D6AD8}"/>
              </a:ext>
            </a:extLst>
          </p:cNvPr>
          <p:cNvSpPr/>
          <p:nvPr/>
        </p:nvSpPr>
        <p:spPr>
          <a:xfrm>
            <a:off x="9156174" y="3182391"/>
            <a:ext cx="226976" cy="35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5'</a:t>
            </a:r>
            <a:endParaRPr lang="en-US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8E8ACF5-E196-3BEC-1718-718BE99BE09C}"/>
              </a:ext>
            </a:extLst>
          </p:cNvPr>
          <p:cNvSpPr/>
          <p:nvPr/>
        </p:nvSpPr>
        <p:spPr>
          <a:xfrm>
            <a:off x="3974571" y="3182390"/>
            <a:ext cx="223019" cy="35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3'</a:t>
            </a:r>
            <a:endParaRPr lang="en-US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3173F02-F432-0F7D-97AC-0A5210823443}"/>
              </a:ext>
            </a:extLst>
          </p:cNvPr>
          <p:cNvSpPr/>
          <p:nvPr/>
        </p:nvSpPr>
        <p:spPr>
          <a:xfrm>
            <a:off x="1740416" y="3101320"/>
            <a:ext cx="1408933" cy="23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6985"/>
              </a:lnSpc>
              <a:buNone/>
            </a:pPr>
            <a:r>
              <a:rPr lang="en-US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Transcription</a:t>
            </a:r>
            <a:endParaRPr lang="en-US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BCDC3F1-C3FD-678E-5D05-A7A780FA0B65}"/>
              </a:ext>
            </a:extLst>
          </p:cNvPr>
          <p:cNvSpPr/>
          <p:nvPr/>
        </p:nvSpPr>
        <p:spPr>
          <a:xfrm>
            <a:off x="1933573" y="4914922"/>
            <a:ext cx="1215777" cy="23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6985"/>
              </a:lnSpc>
              <a:buNone/>
            </a:pPr>
            <a:r>
              <a:rPr lang="en-US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Translation</a:t>
            </a:r>
            <a:endParaRPr lang="en-US" dirty="0"/>
          </a:p>
        </p:txBody>
      </p:sp>
      <p:pic>
        <p:nvPicPr>
          <p:cNvPr id="22" name="Image 8" descr="preencoded.png">
            <a:extLst>
              <a:ext uri="{FF2B5EF4-FFF2-40B4-BE49-F238E27FC236}">
                <a16:creationId xmlns:a16="http://schemas.microsoft.com/office/drawing/2014/main" id="{2D8A5E28-6730-D95A-E9AA-3B42CC68E49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192186" y="2155911"/>
            <a:ext cx="4883516" cy="1215863"/>
          </a:xfrm>
          <a:prstGeom prst="rect">
            <a:avLst/>
          </a:prstGeom>
        </p:spPr>
      </p:pic>
      <p:pic>
        <p:nvPicPr>
          <p:cNvPr id="23" name="Image 9" descr="preencoded.png">
            <a:extLst>
              <a:ext uri="{FF2B5EF4-FFF2-40B4-BE49-F238E27FC236}">
                <a16:creationId xmlns:a16="http://schemas.microsoft.com/office/drawing/2014/main" id="{BA76214E-96EA-2C62-26FC-7F69EE3387F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194824" y="4019799"/>
            <a:ext cx="4879504" cy="678155"/>
          </a:xfrm>
          <a:prstGeom prst="rect">
            <a:avLst/>
          </a:prstGeom>
        </p:spPr>
      </p:pic>
      <p:pic>
        <p:nvPicPr>
          <p:cNvPr id="24" name="Image 10" descr="preencoded.png">
            <a:extLst>
              <a:ext uri="{FF2B5EF4-FFF2-40B4-BE49-F238E27FC236}">
                <a16:creationId xmlns:a16="http://schemas.microsoft.com/office/drawing/2014/main" id="{B6A6FCA3-E0C9-C922-ECC4-78AB254B51B5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356255" y="4699489"/>
            <a:ext cx="1344272" cy="361148"/>
          </a:xfrm>
          <a:prstGeom prst="rect">
            <a:avLst/>
          </a:prstGeom>
        </p:spPr>
      </p:pic>
      <p:pic>
        <p:nvPicPr>
          <p:cNvPr id="25" name="Image 11" descr="preencoded.png">
            <a:extLst>
              <a:ext uri="{FF2B5EF4-FFF2-40B4-BE49-F238E27FC236}">
                <a16:creationId xmlns:a16="http://schemas.microsoft.com/office/drawing/2014/main" id="{C6129EE4-602A-AB2D-B6B7-50F25B4B59B8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571962" y="4699489"/>
            <a:ext cx="1344272" cy="361148"/>
          </a:xfrm>
          <a:prstGeom prst="rect">
            <a:avLst/>
          </a:prstGeom>
        </p:spPr>
      </p:pic>
      <p:pic>
        <p:nvPicPr>
          <p:cNvPr id="26" name="Image 12" descr="preencoded.png">
            <a:extLst>
              <a:ext uri="{FF2B5EF4-FFF2-40B4-BE49-F238E27FC236}">
                <a16:creationId xmlns:a16="http://schemas.microsoft.com/office/drawing/2014/main" id="{D742BA79-191B-8FB8-0A1F-C880DDC0572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787668" y="4699489"/>
            <a:ext cx="1344272" cy="361148"/>
          </a:xfrm>
          <a:prstGeom prst="rect">
            <a:avLst/>
          </a:prstGeom>
        </p:spPr>
      </p:pic>
      <p:sp>
        <p:nvSpPr>
          <p:cNvPr id="27" name="Text 10">
            <a:extLst>
              <a:ext uri="{FF2B5EF4-FFF2-40B4-BE49-F238E27FC236}">
                <a16:creationId xmlns:a16="http://schemas.microsoft.com/office/drawing/2014/main" id="{3CE824C1-878A-9538-E839-A113492D9542}"/>
              </a:ext>
            </a:extLst>
          </p:cNvPr>
          <p:cNvSpPr/>
          <p:nvPr/>
        </p:nvSpPr>
        <p:spPr>
          <a:xfrm>
            <a:off x="9156174" y="4511741"/>
            <a:ext cx="245961" cy="35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5'</a:t>
            </a:r>
            <a:endParaRPr lang="en-US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51D5EF7-6F7E-54A1-3440-E5AEAF10B726}"/>
              </a:ext>
            </a:extLst>
          </p:cNvPr>
          <p:cNvSpPr/>
          <p:nvPr/>
        </p:nvSpPr>
        <p:spPr>
          <a:xfrm>
            <a:off x="3974571" y="4499200"/>
            <a:ext cx="223019" cy="35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6985"/>
              </a:lnSpc>
              <a:buNone/>
            </a:pPr>
            <a:r>
              <a:rPr lang="en-US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3'</a:t>
            </a:r>
            <a:endParaRPr lang="en-US" dirty="0"/>
          </a:p>
        </p:txBody>
      </p:sp>
      <p:pic>
        <p:nvPicPr>
          <p:cNvPr id="29" name="Image 13" descr="preencoded.png">
            <a:extLst>
              <a:ext uri="{FF2B5EF4-FFF2-40B4-BE49-F238E27FC236}">
                <a16:creationId xmlns:a16="http://schemas.microsoft.com/office/drawing/2014/main" id="{A37FC9D7-785B-28B6-2CA4-EF69CDA154E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3158479" y="2330950"/>
            <a:ext cx="224714" cy="1877967"/>
          </a:xfrm>
          <a:prstGeom prst="rect">
            <a:avLst/>
          </a:prstGeom>
        </p:spPr>
      </p:pic>
      <p:sp>
        <p:nvSpPr>
          <p:cNvPr id="30" name="Text 12">
            <a:extLst>
              <a:ext uri="{FF2B5EF4-FFF2-40B4-BE49-F238E27FC236}">
                <a16:creationId xmlns:a16="http://schemas.microsoft.com/office/drawing/2014/main" id="{BF34F1E1-5261-FF11-04D2-F6DA0B0E6631}"/>
              </a:ext>
            </a:extLst>
          </p:cNvPr>
          <p:cNvSpPr/>
          <p:nvPr/>
        </p:nvSpPr>
        <p:spPr>
          <a:xfrm>
            <a:off x="8181776" y="6351891"/>
            <a:ext cx="1785104" cy="49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b="1" i="1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Amino acids</a:t>
            </a:r>
            <a:endParaRPr lang="en-US" b="1" dirty="0"/>
          </a:p>
        </p:txBody>
      </p:sp>
      <p:pic>
        <p:nvPicPr>
          <p:cNvPr id="31" name="Image 14" descr="preencoded.png">
            <a:extLst>
              <a:ext uri="{FF2B5EF4-FFF2-40B4-BE49-F238E27FC236}">
                <a16:creationId xmlns:a16="http://schemas.microsoft.com/office/drawing/2014/main" id="{BD6BE1BA-C76D-5C23-B0AA-96E6C0919F6D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173514" y="4298468"/>
            <a:ext cx="224714" cy="15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2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3CB8-F4DD-7BB4-DAFF-720E46A9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mutation in HBB gene (one of the hemoglobin proteins) causes sickle cell anemia. How?</a:t>
            </a:r>
          </a:p>
        </p:txBody>
      </p:sp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37265607-FBFD-D3F5-911A-5648BE81C8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30487" y="5133393"/>
            <a:ext cx="902208" cy="643128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8617E37-4D63-45AF-217C-FF009348EBF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00007" y="2795153"/>
            <a:ext cx="963168" cy="731520"/>
          </a:xfrm>
          <a:prstGeom prst="rect">
            <a:avLst/>
          </a:prstGeom>
        </p:spPr>
      </p:pic>
      <p:pic>
        <p:nvPicPr>
          <p:cNvPr id="8" name="Picture 7" descr="sickle-cell-disease">
            <a:extLst>
              <a:ext uri="{FF2B5EF4-FFF2-40B4-BE49-F238E27FC236}">
                <a16:creationId xmlns:a16="http://schemas.microsoft.com/office/drawing/2014/main" id="{895BF2F9-67D1-DDAF-B67F-B15A1A65E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406627" y="2861871"/>
            <a:ext cx="4022819" cy="2514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481F6B-D78D-4D94-173C-E9C57FA20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690688"/>
            <a:ext cx="4519821" cy="4519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4FCCE-E262-475F-5324-12B04A4F2BB7}"/>
              </a:ext>
            </a:extLst>
          </p:cNvPr>
          <p:cNvSpPr txBox="1"/>
          <p:nvPr/>
        </p:nvSpPr>
        <p:spPr>
          <a:xfrm>
            <a:off x="7450010" y="2107592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normal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1E4CB-927C-12ED-182C-D91AF0037E96}"/>
              </a:ext>
            </a:extLst>
          </p:cNvPr>
          <p:cNvSpPr txBox="1"/>
          <p:nvPr/>
        </p:nvSpPr>
        <p:spPr>
          <a:xfrm>
            <a:off x="7350624" y="4495105"/>
            <a:ext cx="1390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disease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44D5D-C558-989E-C935-F523863C21A8}"/>
              </a:ext>
            </a:extLst>
          </p:cNvPr>
          <p:cNvSpPr txBox="1"/>
          <p:nvPr/>
        </p:nvSpPr>
        <p:spPr>
          <a:xfrm>
            <a:off x="5102780" y="5176305"/>
            <a:ext cx="9637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Hb-α</a:t>
            </a:r>
          </a:p>
          <a:p>
            <a:r>
              <a:rPr lang="en-US" sz="2800" dirty="0">
                <a:solidFill>
                  <a:srgbClr val="002060"/>
                </a:solidFill>
              </a:rPr>
              <a:t>Hb-β</a:t>
            </a:r>
          </a:p>
        </p:txBody>
      </p:sp>
    </p:spTree>
    <p:extLst>
      <p:ext uri="{BB962C8B-B14F-4D97-AF65-F5344CB8AC3E}">
        <p14:creationId xmlns:p14="http://schemas.microsoft.com/office/powerpoint/2010/main" val="67054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42E4-2FA7-764C-5C48-14BC29BB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DNA sequence of hemoglobin beta subunit?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5F829-A048-4E94-2FB3-4DCB543B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79" y="2046670"/>
            <a:ext cx="9799042" cy="3063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81C287-DEC0-EAC5-2212-CD1DFC7DDF07}"/>
              </a:ext>
            </a:extLst>
          </p:cNvPr>
          <p:cNvSpPr txBox="1"/>
          <p:nvPr/>
        </p:nvSpPr>
        <p:spPr>
          <a:xfrm>
            <a:off x="4078845" y="5466527"/>
            <a:ext cx="403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www.ncbi.nlm.nih.gov</a:t>
            </a:r>
            <a:r>
              <a:rPr lang="en-US" dirty="0"/>
              <a:t>/</a:t>
            </a:r>
            <a:r>
              <a:rPr lang="en-US" dirty="0" err="1"/>
              <a:t>nuccore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3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FEAD-2DFD-4465-C7BC-AABDA310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1B518-BA80-E84D-5740-B44474ED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3"/>
            <a:ext cx="10515600" cy="5041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Normal HBB: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TGGTGCATCTGACTCCTGAGGAGAAGTCTGCCGTTACTGCCCTGTGGGGCAAGGTGAACGTGGATGAAGTTGGTGGTGAGGCCCTGGGCAGGCTGCTGGTGGTCTACCCTTGGACCCAGAGGTTCTTTGAGTCCTTTGGGGATCTGTCCACTCCTGATGCTGTTATGGGCAACCCTAAGGTGAAGGCTCATGGCAAGAAAGTGCTCGGTGCCTTTAGTGATGGCCTGGCTCACCTGGACAACCTCAAGGGCACCTTTGCCACACTGAGTGAGCTGCACTGTGACAAGCTGCACGTGGATCCTGAGAACTTCAGGCTCCTGGGCAACGTGCTGGTCTGTGTGCTGGCCCATCACTTTGGCAAAGAATTCACCCCACCAGTGCAGGCTGCCTATCAGAAAGTGGTGGCTGGTGTGGCTAATGCCCTGGCCCACAAGTATCACTAA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Sickle cell HBB: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TGGTGCATCTGACTCCTGTGGAGAAGTCTGCCGTTACTGCCCTGTGGGGCAAGGTGAACGTGGATGAAGTTGGTGGTGAGGCCCTGGGCAGGCTGCTGGTGGTCTACCCTTGGACCCAGAGGTTCTTTGAGTCCTTTGGGGATCTGTCCACTCCTGATGCTGTTATGGGCAACCCTAAGGTGAAGGCTCATGGCAAGAAAGTGCTCGGTGCCTTTAGTGATGGCCTGGCTCACCTGGACAACCTCAAGGGCACCTTTGCCACACTGAGTGAGCTGCACTGTGACAAGCTGCACGTGGATCCTGAGAACTTCAGGCTCCTGGGCAACGTGCTGGTCTGTGTGCTGGCCCATCACTTTGGCAAAGAATTCACCCCACCAGTGCAGGCTGCCTATCAGAAAGTGGTGGCTGGTGTGGCTAATGCCCTGGCCCACAAGTATCACTAA</a:t>
            </a:r>
          </a:p>
        </p:txBody>
      </p:sp>
    </p:spTree>
    <p:extLst>
      <p:ext uri="{BB962C8B-B14F-4D97-AF65-F5344CB8AC3E}">
        <p14:creationId xmlns:p14="http://schemas.microsoft.com/office/powerpoint/2010/main" val="116367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CE8B-7090-4DD8-3186-F95F8F71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0DC2-C04F-5259-5DE8-0027F53C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lead to the incorrect protein?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B7197-261F-722D-FCB4-CCC38B121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3"/>
            <a:ext cx="10515600" cy="5041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Normal HBB: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TGGTGCATCTGACTCCTGAGGAGAAGTCTGCCGTTACTGCCCTGTGGGGCAAGGTGAACGTGGATGAAGTTGGTGGTGAGGCCCTGGGCAGGCTGCTGGTGGTCTACCCTTGGACCCAGAGGTTCTTTGAGTCCTTTGGGGATCTGTCCACTCCTGATGCTGTTATGGGCAACCCTAAGGTGAAGGCTCATGGCAAGAAAGTGCTCGGTGCCTTTAGTGATGGCCTGGCTCACCTGGACAACCTCAAGGGCACCTTTGCCACACTGAGTGAGCTGCACTGTGACAAGCTGCACGTGGATCCTGAGAACTTCAGGCTCCTGGGCAACGTGCTGGTCTGTGTGCTGGCCCATCACTTTGGCAAAGAATTCACCCCACCAGTGCAGGCTGCCTATCAGAAAGTGGTGGCTGGTGTGGCTAATGCCCTGGCCCACAAGTATCACTAA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Sickle cell HBB: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ATGGTGCATCTGACTCCTG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AGAAGTCTGCCGTTACTGCCCTGTGGGGCAAGGTGAACGTGGATGAAGTTGGTGGTGAGGCCCTGGGCAGGCTGCTGGTGGTCTACCCTTGGACCCAGAGGTTCTTTGAGTCCTTTGGGGATCTGTCCACTCCTGATGCTGTTATGGGCAACCCTAAGGTGAAGGCTCATGGCAAGAAAGTGCTCGGTGCCTTTAGTGATGGCCTGGCTCACCTGGACAACCTCAAGGGCACCTTTGCCACACTGAGTGAGCTGCACTGTGACAAGCTGCACGTGGATCCTGAGAACTTCAGGCTCCTGGGCAACGTGCTGGTCTGTGTGCTGGCCCATCACTTTGGCAAAGAATTCACCCCACCAGTGCAGGCTGCCTATCAGAAAGTGGTGGCTGGTGTGGCTAATGCCCTGGCCCACAAGTATCACTAA</a:t>
            </a:r>
          </a:p>
        </p:txBody>
      </p:sp>
    </p:spTree>
    <p:extLst>
      <p:ext uri="{BB962C8B-B14F-4D97-AF65-F5344CB8AC3E}">
        <p14:creationId xmlns:p14="http://schemas.microsoft.com/office/powerpoint/2010/main" val="393105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1F92-0CB8-FDE6-1B1D-D5FC7E24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26" y="365124"/>
            <a:ext cx="3077817" cy="3063875"/>
          </a:xfrm>
        </p:spPr>
        <p:txBody>
          <a:bodyPr>
            <a:normAutofit/>
          </a:bodyPr>
          <a:lstStyle/>
          <a:p>
            <a:r>
              <a:rPr lang="en-US" dirty="0"/>
              <a:t>The Codon Table maps DNA to amino acids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E31456-081D-7FCE-C0FA-28585F9D1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9631" y="89451"/>
            <a:ext cx="8411395" cy="67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1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6E99-2F1A-154E-9A76-0125D029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7339"/>
            <a:ext cx="10515600" cy="3200399"/>
          </a:xfrm>
        </p:spPr>
        <p:txBody>
          <a:bodyPr>
            <a:normAutofit fontScale="90000"/>
          </a:bodyPr>
          <a:lstStyle/>
          <a:p>
            <a:r>
              <a:rPr lang="en-US" dirty="0"/>
              <a:t>We have many letters (DNA) to keep track and ask how this is converted into another type of letters (amino acids) according to a set of rules.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Let’s make the computer do this!</a:t>
            </a:r>
          </a:p>
        </p:txBody>
      </p:sp>
    </p:spTree>
    <p:extLst>
      <p:ext uri="{BB962C8B-B14F-4D97-AF65-F5344CB8AC3E}">
        <p14:creationId xmlns:p14="http://schemas.microsoft.com/office/powerpoint/2010/main" val="172379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94DEA87-5ED2-ECF0-A94B-01189C65FA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7704" y="3210489"/>
            <a:ext cx="1743456" cy="676656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6C6FE43-84A0-5C1F-CF23-99BE5C38C60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7704" y="4022430"/>
            <a:ext cx="1743456" cy="676656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F011E825-29A6-ED66-D061-23DE1F5D536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7704" y="4834370"/>
            <a:ext cx="1743456" cy="676656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3EBFB03E-F8F4-7411-CF3E-0F603D16113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767368" y="2275259"/>
            <a:ext cx="3410712" cy="524256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A497AC91-DB31-576D-5612-6964C1EA42C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854092" y="3722276"/>
            <a:ext cx="170688" cy="457200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1491E6C7-0019-10DA-B560-FAAD4795F8F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854092" y="4531901"/>
            <a:ext cx="170688" cy="457200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DD838D3A-1A52-E2A6-29CD-3AD0CBE4F98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393178" y="1810993"/>
            <a:ext cx="6784848" cy="524256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27DE3A87-A274-164E-424F-83C463AE93B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2847183" y="3198046"/>
            <a:ext cx="1517904" cy="2325624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E31D675F-90D3-B7D0-1D7D-69909C6CC82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845454" y="1810993"/>
            <a:ext cx="1514856" cy="524256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46BC19A1-A134-85AF-6295-3F13680BD8C0}"/>
              </a:ext>
            </a:extLst>
          </p:cNvPr>
          <p:cNvSpPr/>
          <p:nvPr/>
        </p:nvSpPr>
        <p:spPr>
          <a:xfrm>
            <a:off x="3407735" y="3420000"/>
            <a:ext cx="42939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TTC</a:t>
            </a:r>
            <a:endParaRPr lang="en-US" sz="18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1C904A0-9D52-4294-E102-177012D88F8A}"/>
              </a:ext>
            </a:extLst>
          </p:cNvPr>
          <p:cNvSpPr/>
          <p:nvPr/>
        </p:nvSpPr>
        <p:spPr>
          <a:xfrm>
            <a:off x="3396902" y="4227609"/>
            <a:ext cx="46187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AAG</a:t>
            </a:r>
            <a:endParaRPr lang="en-US" sz="18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C28EF627-9A64-673F-6459-113783149C85}"/>
              </a:ext>
            </a:extLst>
          </p:cNvPr>
          <p:cNvSpPr/>
          <p:nvPr/>
        </p:nvSpPr>
        <p:spPr>
          <a:xfrm>
            <a:off x="3396902" y="5035218"/>
            <a:ext cx="41157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Lys</a:t>
            </a:r>
            <a:endParaRPr lang="en-US" sz="1800" dirty="0"/>
          </a:p>
        </p:txBody>
      </p:sp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E3E078CB-643D-246D-DF17-CB14EB8B68A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091882" y="3206467"/>
            <a:ext cx="1630680" cy="2316480"/>
          </a:xfrm>
          <a:prstGeom prst="rect">
            <a:avLst/>
          </a:prstGeom>
        </p:spPr>
      </p:pic>
      <p:pic>
        <p:nvPicPr>
          <p:cNvPr id="17" name="Image 13" descr="preencoded.png">
            <a:extLst>
              <a:ext uri="{FF2B5EF4-FFF2-40B4-BE49-F238E27FC236}">
                <a16:creationId xmlns:a16="http://schemas.microsoft.com/office/drawing/2014/main" id="{3C44C8FD-FD15-AC05-3C0D-49AFB6E133C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088834" y="2275259"/>
            <a:ext cx="1636776" cy="524256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5580CC64-88B4-3A97-2E73-73147D5B0952}"/>
              </a:ext>
            </a:extLst>
          </p:cNvPr>
          <p:cNvSpPr/>
          <p:nvPr/>
        </p:nvSpPr>
        <p:spPr>
          <a:xfrm>
            <a:off x="6705808" y="3422868"/>
            <a:ext cx="43847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</a:t>
            </a:r>
            <a:endParaRPr lang="en-US" sz="18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779FE02-33CA-2912-46CD-AAAB316E298F}"/>
              </a:ext>
            </a:extLst>
          </p:cNvPr>
          <p:cNvSpPr/>
          <p:nvPr/>
        </p:nvSpPr>
        <p:spPr>
          <a:xfrm>
            <a:off x="6701218" y="4230477"/>
            <a:ext cx="458583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</a:t>
            </a:r>
            <a:endParaRPr lang="en-US" sz="18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2AAD2A0-6A31-15D6-552E-925167B1E6B7}"/>
              </a:ext>
            </a:extLst>
          </p:cNvPr>
          <p:cNvSpPr/>
          <p:nvPr/>
        </p:nvSpPr>
        <p:spPr>
          <a:xfrm>
            <a:off x="6649006" y="5038085"/>
            <a:ext cx="579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</a:t>
            </a:r>
            <a:endParaRPr lang="en-US" sz="1800" dirty="0"/>
          </a:p>
        </p:txBody>
      </p:sp>
      <p:pic>
        <p:nvPicPr>
          <p:cNvPr id="21" name="Image 17" descr="preencoded.png">
            <a:extLst>
              <a:ext uri="{FF2B5EF4-FFF2-40B4-BE49-F238E27FC236}">
                <a16:creationId xmlns:a16="http://schemas.microsoft.com/office/drawing/2014/main" id="{753C40A1-D7B8-740E-D882-65FAEDA146C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409732" y="3197313"/>
            <a:ext cx="1630680" cy="2325624"/>
          </a:xfrm>
          <a:prstGeom prst="rect">
            <a:avLst/>
          </a:prstGeom>
        </p:spPr>
      </p:pic>
      <p:pic>
        <p:nvPicPr>
          <p:cNvPr id="22" name="Image 18" descr="preencoded.png">
            <a:extLst>
              <a:ext uri="{FF2B5EF4-FFF2-40B4-BE49-F238E27FC236}">
                <a16:creationId xmlns:a16="http://schemas.microsoft.com/office/drawing/2014/main" id="{CF1B5F7F-0FFA-4078-5864-23CBB569DE2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406684" y="2275259"/>
            <a:ext cx="1636776" cy="524256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4FFAE908-7911-EEF6-F11B-364F688B7F6F}"/>
              </a:ext>
            </a:extLst>
          </p:cNvPr>
          <p:cNvSpPr/>
          <p:nvPr/>
        </p:nvSpPr>
        <p:spPr>
          <a:xfrm>
            <a:off x="5029926" y="3420004"/>
            <a:ext cx="42193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59B0E7D-CC55-CECC-C64D-B553CF584FE6}"/>
              </a:ext>
            </a:extLst>
          </p:cNvPr>
          <p:cNvSpPr/>
          <p:nvPr/>
        </p:nvSpPr>
        <p:spPr>
          <a:xfrm>
            <a:off x="5019094" y="4227613"/>
            <a:ext cx="45652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6226184-6BF1-5F69-2E32-C72003ABC66F}"/>
              </a:ext>
            </a:extLst>
          </p:cNvPr>
          <p:cNvSpPr/>
          <p:nvPr/>
        </p:nvSpPr>
        <p:spPr>
          <a:xfrm>
            <a:off x="5019094" y="5035222"/>
            <a:ext cx="41157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Lys</a:t>
            </a:r>
            <a:endParaRPr lang="en-US" sz="1800" dirty="0"/>
          </a:p>
        </p:txBody>
      </p:sp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E0669E1C-942B-4F70-B376-14E90A3AF21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790484" y="3197728"/>
            <a:ext cx="1630680" cy="2325624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E646F5BF-C404-7929-65A4-3695C37B9D43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770672" y="2732688"/>
            <a:ext cx="1670304" cy="524256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69769A47-1A0E-DF62-8F94-7583C73CEFB5}"/>
              </a:ext>
            </a:extLst>
          </p:cNvPr>
          <p:cNvSpPr/>
          <p:nvPr/>
        </p:nvSpPr>
        <p:spPr>
          <a:xfrm>
            <a:off x="8410503" y="3420004"/>
            <a:ext cx="44129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6AB4A647-8722-FBA5-3CA4-28C8BD86330B}"/>
              </a:ext>
            </a:extLst>
          </p:cNvPr>
          <p:cNvSpPr/>
          <p:nvPr/>
        </p:nvSpPr>
        <p:spPr>
          <a:xfrm>
            <a:off x="8396919" y="4227613"/>
            <a:ext cx="46846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endParaRPr lang="en-US" sz="18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DF5C5D1-F07C-C98F-5C76-A3FC48C7807D}"/>
              </a:ext>
            </a:extLst>
          </p:cNvPr>
          <p:cNvSpPr/>
          <p:nvPr/>
        </p:nvSpPr>
        <p:spPr>
          <a:xfrm>
            <a:off x="8425363" y="5035222"/>
            <a:ext cx="41157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Arg</a:t>
            </a:r>
            <a:endParaRPr lang="en-US" sz="1800" dirty="0"/>
          </a:p>
        </p:txBody>
      </p:sp>
      <p:pic>
        <p:nvPicPr>
          <p:cNvPr id="31" name="Image 25" descr="preencoded.png">
            <a:extLst>
              <a:ext uri="{FF2B5EF4-FFF2-40B4-BE49-F238E27FC236}">
                <a16:creationId xmlns:a16="http://schemas.microsoft.com/office/drawing/2014/main" id="{8ADEE2A4-921B-A6F3-0732-F8B049A8D3DB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498004" y="3202860"/>
            <a:ext cx="1667256" cy="2319528"/>
          </a:xfrm>
          <a:prstGeom prst="rect">
            <a:avLst/>
          </a:prstGeom>
        </p:spPr>
      </p:pic>
      <p:pic>
        <p:nvPicPr>
          <p:cNvPr id="32" name="Image 26" descr="preencoded.png">
            <a:extLst>
              <a:ext uri="{FF2B5EF4-FFF2-40B4-BE49-F238E27FC236}">
                <a16:creationId xmlns:a16="http://schemas.microsoft.com/office/drawing/2014/main" id="{74097313-7B57-125D-FBB4-D3275F39674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9485812" y="2732688"/>
            <a:ext cx="1691640" cy="524256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A9F2357A-3B6C-F470-8BF5-1557DB757912}"/>
              </a:ext>
            </a:extLst>
          </p:cNvPr>
          <p:cNvSpPr/>
          <p:nvPr/>
        </p:nvSpPr>
        <p:spPr>
          <a:xfrm>
            <a:off x="10131763" y="3426824"/>
            <a:ext cx="44800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E5BBA07C-9C7C-F30F-56F7-55E55E16AA36}"/>
              </a:ext>
            </a:extLst>
          </p:cNvPr>
          <p:cNvSpPr/>
          <p:nvPr/>
        </p:nvSpPr>
        <p:spPr>
          <a:xfrm>
            <a:off x="10122727" y="4235126"/>
            <a:ext cx="46154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r>
              <a:rPr lang="en-US" sz="1800" dirty="0">
                <a:solidFill>
                  <a:srgbClr val="2323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endParaRPr lang="en-US" sz="18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315D851B-0B40-CCF9-224C-016BCF674132}"/>
              </a:ext>
            </a:extLst>
          </p:cNvPr>
          <p:cNvSpPr/>
          <p:nvPr/>
        </p:nvSpPr>
        <p:spPr>
          <a:xfrm>
            <a:off x="10125654" y="5043428"/>
            <a:ext cx="411575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985"/>
              </a:lnSpc>
              <a:buNone/>
            </a:pPr>
            <a:r>
              <a:rPr lang="en-US" sz="1800" dirty="0">
                <a:solidFill>
                  <a:srgbClr val="EC3D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</a:t>
            </a:r>
            <a:endParaRPr lang="en-US" sz="1800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D2A56DA-0486-347E-80D1-D2D74501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Point mutations and their consequences</a:t>
            </a:r>
          </a:p>
        </p:txBody>
      </p:sp>
    </p:spTree>
    <p:extLst>
      <p:ext uri="{BB962C8B-B14F-4D97-AF65-F5344CB8AC3E}">
        <p14:creationId xmlns:p14="http://schemas.microsoft.com/office/powerpoint/2010/main" val="429140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5454-2A7B-9CB4-5494-B6137176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D8C49-D9E5-45BB-5F19-8F73B6E6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0973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DNA encodes biology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Biological info as strings</a:t>
            </a:r>
          </a:p>
          <a:p>
            <a:pPr lvl="1"/>
            <a:r>
              <a:rPr lang="en-US" sz="3200" dirty="0"/>
              <a:t>String operations power sequence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One letter can change everything</a:t>
            </a:r>
          </a:p>
          <a:p>
            <a:pPr lvl="1"/>
            <a:r>
              <a:rPr lang="en-US" sz="3200" dirty="0"/>
              <a:t>the sickle cell A→T mutation changes one crucial amino acid for hemoglobin function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F0B497DD-7CEF-6945-E258-F7382FA412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390632" y="5350362"/>
            <a:ext cx="902208" cy="643128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54711BD7-A1AC-CCBD-5456-086AFE33787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390632" y="4119457"/>
            <a:ext cx="963168" cy="73152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53D0604-34A3-B6D2-898F-1169B8F1CD66}"/>
              </a:ext>
            </a:extLst>
          </p:cNvPr>
          <p:cNvGrpSpPr/>
          <p:nvPr/>
        </p:nvGrpSpPr>
        <p:grpSpPr>
          <a:xfrm>
            <a:off x="7563855" y="1022529"/>
            <a:ext cx="4072096" cy="1760136"/>
            <a:chOff x="6030173" y="880525"/>
            <a:chExt cx="2545622" cy="1100328"/>
          </a:xfrm>
        </p:grpSpPr>
        <p:pic>
          <p:nvPicPr>
            <p:cNvPr id="12" name="Image 10" descr="preencoded.png">
              <a:extLst>
                <a:ext uri="{FF2B5EF4-FFF2-40B4-BE49-F238E27FC236}">
                  <a16:creationId xmlns:a16="http://schemas.microsoft.com/office/drawing/2014/main" id="{BF0D1AA5-EBF9-EC27-6240-97EAAA01ECC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975186" y="880525"/>
              <a:ext cx="783336" cy="1100328"/>
            </a:xfrm>
            <a:prstGeom prst="rect">
              <a:avLst/>
            </a:prstGeom>
          </p:spPr>
        </p:pic>
        <p:pic>
          <p:nvPicPr>
            <p:cNvPr id="13" name="Image 11" descr="preencoded.png">
              <a:extLst>
                <a:ext uri="{FF2B5EF4-FFF2-40B4-BE49-F238E27FC236}">
                  <a16:creationId xmlns:a16="http://schemas.microsoft.com/office/drawing/2014/main" id="{A88E618F-0F51-86A9-0833-753023E2908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947907" y="1116736"/>
              <a:ext cx="627888" cy="627888"/>
            </a:xfrm>
            <a:prstGeom prst="rect">
              <a:avLst/>
            </a:prstGeom>
          </p:spPr>
        </p:pic>
        <p:pic>
          <p:nvPicPr>
            <p:cNvPr id="14" name="Image 12" descr="preencoded.png">
              <a:extLst>
                <a:ext uri="{FF2B5EF4-FFF2-40B4-BE49-F238E27FC236}">
                  <a16:creationId xmlns:a16="http://schemas.microsoft.com/office/drawing/2014/main" id="{1D2D2056-63ED-52EF-AE5E-DB20BE14284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6030173" y="1000637"/>
              <a:ext cx="256032" cy="883920"/>
            </a:xfrm>
            <a:prstGeom prst="rect">
              <a:avLst/>
            </a:prstGeom>
          </p:spPr>
        </p:pic>
        <p:pic>
          <p:nvPicPr>
            <p:cNvPr id="15" name="Image 13" descr="preencoded.png">
              <a:extLst>
                <a:ext uri="{FF2B5EF4-FFF2-40B4-BE49-F238E27FC236}">
                  <a16:creationId xmlns:a16="http://schemas.microsoft.com/office/drawing/2014/main" id="{2C491AF6-73E5-03B1-7E3C-FB666E362A2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563699" y="976258"/>
              <a:ext cx="286512" cy="932688"/>
            </a:xfrm>
            <a:prstGeom prst="rect">
              <a:avLst/>
            </a:prstGeom>
          </p:spPr>
        </p:pic>
        <p:pic>
          <p:nvPicPr>
            <p:cNvPr id="16" name="Image 14" descr="preencoded.png">
              <a:extLst>
                <a:ext uri="{FF2B5EF4-FFF2-40B4-BE49-F238E27FC236}">
                  <a16:creationId xmlns:a16="http://schemas.microsoft.com/office/drawing/2014/main" id="{5BFFF02A-1990-9139-975B-C7E38472E01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6236589" y="1358775"/>
              <a:ext cx="411480" cy="167640"/>
            </a:xfrm>
            <a:prstGeom prst="rect">
              <a:avLst/>
            </a:prstGeom>
          </p:spPr>
        </p:pic>
        <p:pic>
          <p:nvPicPr>
            <p:cNvPr id="17" name="Image 15" descr="preencoded.png">
              <a:extLst>
                <a:ext uri="{FF2B5EF4-FFF2-40B4-BE49-F238E27FC236}">
                  <a16:creationId xmlns:a16="http://schemas.microsoft.com/office/drawing/2014/main" id="{94331EDD-434B-0ED7-4142-38777366FF3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6742111" y="1358775"/>
              <a:ext cx="411480" cy="167640"/>
            </a:xfrm>
            <a:prstGeom prst="rect">
              <a:avLst/>
            </a:prstGeom>
          </p:spPr>
        </p:pic>
        <p:pic>
          <p:nvPicPr>
            <p:cNvPr id="18" name="Image 16" descr="preencoded.png">
              <a:extLst>
                <a:ext uri="{FF2B5EF4-FFF2-40B4-BE49-F238E27FC236}">
                  <a16:creationId xmlns:a16="http://schemas.microsoft.com/office/drawing/2014/main" id="{DEE89DAB-AE21-015F-661F-B97A2626B725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7556799" y="1358775"/>
              <a:ext cx="411480" cy="16764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1AFDDFC-CD09-4323-5319-2E3AB763981B}"/>
              </a:ext>
            </a:extLst>
          </p:cNvPr>
          <p:cNvSpPr txBox="1"/>
          <p:nvPr/>
        </p:nvSpPr>
        <p:spPr>
          <a:xfrm>
            <a:off x="7373111" y="65319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0BE432-1001-8BFD-BE70-EDAADB038CA4}"/>
              </a:ext>
            </a:extLst>
          </p:cNvPr>
          <p:cNvSpPr txBox="1"/>
          <p:nvPr/>
        </p:nvSpPr>
        <p:spPr>
          <a:xfrm>
            <a:off x="8334522" y="65319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RNA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51F79D-ED9F-9C9B-4074-5F05E543EC2A}"/>
              </a:ext>
            </a:extLst>
          </p:cNvPr>
          <p:cNvSpPr txBox="1"/>
          <p:nvPr/>
        </p:nvSpPr>
        <p:spPr>
          <a:xfrm>
            <a:off x="9217382" y="653197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Amino acids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C6259-27B7-899D-7F6E-9DBA6526BA69}"/>
              </a:ext>
            </a:extLst>
          </p:cNvPr>
          <p:cNvSpPr txBox="1"/>
          <p:nvPr/>
        </p:nvSpPr>
        <p:spPr>
          <a:xfrm>
            <a:off x="10776201" y="653197"/>
            <a:ext cx="89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Protein</a:t>
            </a:r>
          </a:p>
        </p:txBody>
      </p:sp>
    </p:spTree>
    <p:extLst>
      <p:ext uri="{BB962C8B-B14F-4D97-AF65-F5344CB8AC3E}">
        <p14:creationId xmlns:p14="http://schemas.microsoft.com/office/powerpoint/2010/main" val="1922684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8ABD-6E4C-8EF3-5B33-EC76CDCA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genes to genomes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EA7A-4654-6361-78C6-933120B7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1263" cy="435133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Each cells produces varying amounts of RNA and protein, leading to different “cell types”.</a:t>
            </a:r>
          </a:p>
          <a:p>
            <a:endParaRPr lang="en-US" sz="3200" dirty="0"/>
          </a:p>
          <a:p>
            <a:r>
              <a:rPr lang="en-US" sz="3200" dirty="0"/>
              <a:t>Measure the level of all genes (=“genome” or “proteome”)</a:t>
            </a:r>
          </a:p>
          <a:p>
            <a:endParaRPr lang="en-US" sz="3200" dirty="0"/>
          </a:p>
          <a:p>
            <a:r>
              <a:rPr lang="en-US" sz="3200" dirty="0"/>
              <a:t>In Lecture 2, we will analyze the </a:t>
            </a:r>
            <a:r>
              <a:rPr lang="en-US" sz="3200" u="sng" dirty="0"/>
              <a:t>RNA of all genes</a:t>
            </a:r>
            <a:r>
              <a:rPr lang="en-US" sz="3200" dirty="0"/>
              <a:t> in cancer cells.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B9FEC1-2A09-1110-5CE3-2206F79F0B3F}"/>
              </a:ext>
            </a:extLst>
          </p:cNvPr>
          <p:cNvGrpSpPr/>
          <p:nvPr/>
        </p:nvGrpSpPr>
        <p:grpSpPr>
          <a:xfrm>
            <a:off x="8793177" y="4369079"/>
            <a:ext cx="2594229" cy="2078688"/>
            <a:chOff x="5212761" y="7672132"/>
            <a:chExt cx="2392680" cy="1917192"/>
          </a:xfrm>
        </p:grpSpPr>
        <p:pic>
          <p:nvPicPr>
            <p:cNvPr id="5" name="Image 22" descr="preencoded.png">
              <a:extLst>
                <a:ext uri="{FF2B5EF4-FFF2-40B4-BE49-F238E27FC236}">
                  <a16:creationId xmlns:a16="http://schemas.microsoft.com/office/drawing/2014/main" id="{927363F9-0937-5116-98B1-AE79B99CF21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5572195" y="8121172"/>
              <a:ext cx="243840" cy="1374648"/>
            </a:xfrm>
            <a:prstGeom prst="rect">
              <a:avLst/>
            </a:prstGeom>
          </p:spPr>
        </p:pic>
        <p:pic>
          <p:nvPicPr>
            <p:cNvPr id="6" name="Image 23" descr="preencoded.png">
              <a:extLst>
                <a:ext uri="{FF2B5EF4-FFF2-40B4-BE49-F238E27FC236}">
                  <a16:creationId xmlns:a16="http://schemas.microsoft.com/office/drawing/2014/main" id="{2A52855E-BCF3-07E1-EA75-30BBCCCB9229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5688165" y="8412464"/>
              <a:ext cx="243840" cy="1082040"/>
            </a:xfrm>
            <a:prstGeom prst="rect">
              <a:avLst/>
            </a:prstGeom>
          </p:spPr>
        </p:pic>
        <p:pic>
          <p:nvPicPr>
            <p:cNvPr id="7" name="Image 24" descr="preencoded.png">
              <a:extLst>
                <a:ext uri="{FF2B5EF4-FFF2-40B4-BE49-F238E27FC236}">
                  <a16:creationId xmlns:a16="http://schemas.microsoft.com/office/drawing/2014/main" id="{ABB8DDE9-240B-793F-B9B1-1B158BB81896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6070153" y="8601119"/>
              <a:ext cx="243840" cy="893064"/>
            </a:xfrm>
            <a:prstGeom prst="rect">
              <a:avLst/>
            </a:prstGeom>
          </p:spPr>
        </p:pic>
        <p:pic>
          <p:nvPicPr>
            <p:cNvPr id="8" name="Image 25" descr="preencoded.png">
              <a:extLst>
                <a:ext uri="{FF2B5EF4-FFF2-40B4-BE49-F238E27FC236}">
                  <a16:creationId xmlns:a16="http://schemas.microsoft.com/office/drawing/2014/main" id="{809AB938-6D24-0E25-24CB-08F14A23B10D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6186123" y="8253518"/>
              <a:ext cx="243840" cy="1240536"/>
            </a:xfrm>
            <a:prstGeom prst="rect">
              <a:avLst/>
            </a:prstGeom>
          </p:spPr>
        </p:pic>
        <p:pic>
          <p:nvPicPr>
            <p:cNvPr id="9" name="Image 26" descr="preencoded.png">
              <a:extLst>
                <a:ext uri="{FF2B5EF4-FFF2-40B4-BE49-F238E27FC236}">
                  <a16:creationId xmlns:a16="http://schemas.microsoft.com/office/drawing/2014/main" id="{0EF2EB77-019D-F902-9257-2F9140108D3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6568112" y="8302671"/>
              <a:ext cx="243840" cy="1191768"/>
            </a:xfrm>
            <a:prstGeom prst="rect">
              <a:avLst/>
            </a:prstGeom>
          </p:spPr>
        </p:pic>
        <p:pic>
          <p:nvPicPr>
            <p:cNvPr id="10" name="Image 27" descr="preencoded.png">
              <a:extLst>
                <a:ext uri="{FF2B5EF4-FFF2-40B4-BE49-F238E27FC236}">
                  <a16:creationId xmlns:a16="http://schemas.microsoft.com/office/drawing/2014/main" id="{7F69B82C-DF64-808F-2119-FC926E105959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6684082" y="8845168"/>
              <a:ext cx="243840" cy="649224"/>
            </a:xfrm>
            <a:prstGeom prst="rect">
              <a:avLst/>
            </a:prstGeom>
          </p:spPr>
        </p:pic>
        <p:pic>
          <p:nvPicPr>
            <p:cNvPr id="11" name="Image 28" descr="preencoded.png">
              <a:extLst>
                <a:ext uri="{FF2B5EF4-FFF2-40B4-BE49-F238E27FC236}">
                  <a16:creationId xmlns:a16="http://schemas.microsoft.com/office/drawing/2014/main" id="{5B801C9B-C61E-72C9-6786-2A6F5525AA1F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6801821" y="9057157"/>
              <a:ext cx="243840" cy="438912"/>
            </a:xfrm>
            <a:prstGeom prst="rect">
              <a:avLst/>
            </a:prstGeom>
          </p:spPr>
        </p:pic>
        <p:pic>
          <p:nvPicPr>
            <p:cNvPr id="12" name="Image 29" descr="preencoded.png">
              <a:extLst>
                <a:ext uri="{FF2B5EF4-FFF2-40B4-BE49-F238E27FC236}">
                  <a16:creationId xmlns:a16="http://schemas.microsoft.com/office/drawing/2014/main" id="{F1733FBC-44D5-07B8-F6DA-CF8BF72F98A8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7067170" y="7864132"/>
              <a:ext cx="243840" cy="1633728"/>
            </a:xfrm>
            <a:prstGeom prst="rect">
              <a:avLst/>
            </a:prstGeom>
          </p:spPr>
        </p:pic>
        <p:pic>
          <p:nvPicPr>
            <p:cNvPr id="13" name="Image 30" descr="preencoded.png">
              <a:extLst>
                <a:ext uri="{FF2B5EF4-FFF2-40B4-BE49-F238E27FC236}">
                  <a16:creationId xmlns:a16="http://schemas.microsoft.com/office/drawing/2014/main" id="{50C026E9-05F5-1960-5C53-EB640D2846BA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7182930" y="8649222"/>
              <a:ext cx="243840" cy="847344"/>
            </a:xfrm>
            <a:prstGeom prst="rect">
              <a:avLst/>
            </a:prstGeom>
          </p:spPr>
        </p:pic>
        <p:pic>
          <p:nvPicPr>
            <p:cNvPr id="14" name="Image 31" descr="preencoded.png">
              <a:extLst>
                <a:ext uri="{FF2B5EF4-FFF2-40B4-BE49-F238E27FC236}">
                  <a16:creationId xmlns:a16="http://schemas.microsoft.com/office/drawing/2014/main" id="{A46BA9EC-4366-B032-8645-9162527CADB5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7299785" y="8248289"/>
              <a:ext cx="243840" cy="1243584"/>
            </a:xfrm>
            <a:prstGeom prst="rect">
              <a:avLst/>
            </a:prstGeom>
          </p:spPr>
        </p:pic>
        <p:pic>
          <p:nvPicPr>
            <p:cNvPr id="21" name="Image 35" descr="preencoded.png">
              <a:extLst>
                <a:ext uri="{FF2B5EF4-FFF2-40B4-BE49-F238E27FC236}">
                  <a16:creationId xmlns:a16="http://schemas.microsoft.com/office/drawing/2014/main" id="{F1603BE7-1747-9D46-3786-67DD84D41B34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5805904" y="8658478"/>
              <a:ext cx="243840" cy="838200"/>
            </a:xfrm>
            <a:prstGeom prst="rect">
              <a:avLst/>
            </a:prstGeom>
          </p:spPr>
        </p:pic>
        <p:pic>
          <p:nvPicPr>
            <p:cNvPr id="22" name="Image 36" descr="preencoded.png">
              <a:extLst>
                <a:ext uri="{FF2B5EF4-FFF2-40B4-BE49-F238E27FC236}">
                  <a16:creationId xmlns:a16="http://schemas.microsoft.com/office/drawing/2014/main" id="{DAC1CF3B-CFE5-0C45-8975-65B2D7E020F2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6300993" y="8468115"/>
              <a:ext cx="243840" cy="1027176"/>
            </a:xfrm>
            <a:prstGeom prst="rect">
              <a:avLst/>
            </a:prstGeom>
          </p:spPr>
        </p:pic>
        <p:pic>
          <p:nvPicPr>
            <p:cNvPr id="23" name="Image 37" descr="preencoded.png">
              <a:extLst>
                <a:ext uri="{FF2B5EF4-FFF2-40B4-BE49-F238E27FC236}">
                  <a16:creationId xmlns:a16="http://schemas.microsoft.com/office/drawing/2014/main" id="{B861CA56-FB0F-5A2E-24CD-B2E147619AC5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5212761" y="7672132"/>
              <a:ext cx="2392680" cy="1917192"/>
            </a:xfrm>
            <a:prstGeom prst="rect">
              <a:avLst/>
            </a:prstGeom>
          </p:spPr>
        </p:pic>
      </p:grp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1F999581-FCBE-239B-BDCE-51CBE1C6A2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031156" y="66797"/>
            <a:ext cx="2932176" cy="2493264"/>
          </a:xfrm>
          <a:prstGeom prst="rect">
            <a:avLst/>
          </a:prstGeom>
        </p:spPr>
      </p:pic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A2C49E9D-3115-1BB4-258D-9D3ECF1217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10639445" y="1521100"/>
            <a:ext cx="944880" cy="899160"/>
          </a:xfrm>
          <a:prstGeom prst="rect">
            <a:avLst/>
          </a:prstGeom>
        </p:spPr>
      </p:pic>
      <p:pic>
        <p:nvPicPr>
          <p:cNvPr id="30" name="Image 7" descr="preencoded.png">
            <a:extLst>
              <a:ext uri="{FF2B5EF4-FFF2-40B4-BE49-F238E27FC236}">
                <a16:creationId xmlns:a16="http://schemas.microsoft.com/office/drawing/2014/main" id="{5511DCEF-0309-6905-F91F-751547450A9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10916886" y="613121"/>
            <a:ext cx="667512" cy="667512"/>
          </a:xfrm>
          <a:prstGeom prst="rect">
            <a:avLst/>
          </a:prstGeom>
        </p:spPr>
      </p:pic>
      <p:pic>
        <p:nvPicPr>
          <p:cNvPr id="31" name="Image 8" descr="preencoded.png">
            <a:extLst>
              <a:ext uri="{FF2B5EF4-FFF2-40B4-BE49-F238E27FC236}">
                <a16:creationId xmlns:a16="http://schemas.microsoft.com/office/drawing/2014/main" id="{4BC576E4-60A2-85EC-EFD3-CE2953307E9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8006793" y="405444"/>
            <a:ext cx="786384" cy="768096"/>
          </a:xfrm>
          <a:prstGeom prst="rect">
            <a:avLst/>
          </a:prstGeom>
        </p:spPr>
      </p:pic>
      <p:pic>
        <p:nvPicPr>
          <p:cNvPr id="32" name="Image 10" descr="preencoded.png">
            <a:extLst>
              <a:ext uri="{FF2B5EF4-FFF2-40B4-BE49-F238E27FC236}">
                <a16:creationId xmlns:a16="http://schemas.microsoft.com/office/drawing/2014/main" id="{C324508E-BBDC-2686-95BD-F6A3B3A656B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908099" y="2096429"/>
            <a:ext cx="1545336" cy="1283208"/>
          </a:xfrm>
          <a:prstGeom prst="rect">
            <a:avLst/>
          </a:prstGeom>
        </p:spPr>
      </p:pic>
      <p:pic>
        <p:nvPicPr>
          <p:cNvPr id="33" name="Image 27" descr="preencoded.png">
            <a:extLst>
              <a:ext uri="{FF2B5EF4-FFF2-40B4-BE49-F238E27FC236}">
                <a16:creationId xmlns:a16="http://schemas.microsoft.com/office/drawing/2014/main" id="{79D4F528-97D4-2391-84A0-754BEC31B2B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9636633" y="2050455"/>
            <a:ext cx="777240" cy="105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76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e107a871-8212-403f-908c-7fef20184754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e107a871-8212-403f-908c-7fef20184754&quot;:{&quot;type&quot;:&quot;FIGURE_OBJECT&quot;,&quot;id&quot;:&quot;e107a871-8212-403f-908c-7fef20184754&quot;,&quot;name&quot;:&quot;Cell shape 8&quot;,&quot;relativeTransform&quot;:{&quot;translate&quot;:{&quot;x&quot;:-417.8419247736939,&quot;y&quot;:-187.2182687318548},&quot;rotate&quot;:5.280308697054595,&quot;skewX&quot;:0,&quot;scale&quot;:{&quot;x&quot;:2.74650613646758,&quot;y&quot;:2.74650613646758}},&quot;opacity&quot;:0.4,&quot;image&quot;:{&quot;url&quot;:&quot;https://icons.biorender.com/biorender/5cf04b79da626304005adad6/cell-shape-8.png&quot;,&quot;size&quot;:{&quot;x&quot;:150,&quot;y&quot;:150},&quot;isPremium&quot;:false},&quot;source&quot;:{&quot;id&quot;:&quot;5cf04b3eda626304005adac1&quot;,&quot;type&quot;:&quot;ASSETS&quot;},&quot;pathStyles&quot;:[{&quot;type&quot;:&quot;FILL&quot;,&quot;fillStyle&quot;:&quot;rgb(0,0,0)&quot;}],&quot;isLocked&quot;:false,&quot;parent&quot;:{&quot;type&quot;:&quot;CHILD&quot;,&quot;parentId&quot;:&quot;4ff18e42-9d9b-467e-8c60-11ba33b639d3&quot;,&quot;order&quot;:&quot;01&quot;}},&quot;498bf31c-f63a-410f-8dfe-ca67a723a21e&quot;:{&quot;type&quot;:&quot;FIGURE_OBJECT&quot;,&quot;id&quot;:&quot;498bf31c-f63a-410f-8dfe-ca67a723a21e&quot;,&quot;relativeTransform&quot;:{&quot;translate&quot;:{&quot;x&quot;:5.238795969354044,&quot;y&quot;:28.00161256231104},&quot;rotate&quot;:-0.5679197166699053,&quot;skewX&quot;:0,&quot;scale&quot;:{&quot;x&quot;:0.8590056399546518,&quot;y&quot;:0.6500157741178381}},&quot;opacity&quot;:1,&quot;path&quot;:{&quot;type&quot;:&quot;RECT&quot;,&quot;size&quot;:{&quot;x&quot;:150,&quot;y&quot;:150}},&quot;pathStyles&quot;:[{&quot;type&quot;:&quot;FILL&quot;,&quot;fillStyle&quot;:&quot;#fff&quot;}],&quot;isFrozen&quot;:true,&quot;isLocked&quot;:false,&quot;parent&quot;:{&quot;type&quot;:&quot;CROP&quot;,&quot;parentId&quot;:&quot;e107a871-8212-403f-908c-7fef20184754&quot;,&quot;order&quot;:&quot;5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9b38fde8-8a19-442f-a4c7-7afbd0bf011e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9b38fde8-8a19-442f-a4c7-7afbd0bf011e&quot;:{&quot;type&quot;:&quot;FIGURE_OBJECT&quot;,&quot;id&quot;:&quot;9b38fde8-8a19-442f-a4c7-7afbd0bf011e&quot;,&quot;name&quot;:&quot;Nucleus&quot;,&quot;relativeTransform&quot;:{&quot;translate&quot;:{&quot;x&quot;:-363.4686760262004,&quot;y&quot;:-138.0628328275019},&quot;rotate&quot;:0,&quot;skewX&quot;:0,&quot;scale&quot;:{&quot;x&quot;:0.564429689055241,&quot;y&quot;:0.5662272358356717}},&quot;opacity&quot;:1,&quot;image&quot;:{&quot;url&quot;:&quot;https://icons.biorender.com/biorender/5d2757307d6bc904003e4499/nucleus-1.png&quot;,&quot;size&quot;:{&quot;x&quot;:315,&quot;y&quot;:312},&quot;isPremium&quot;:false},&quot;source&quot;:{&quot;id&quot;:&quot;5b5607f6c195610014b44ad9&quot;,&quot;type&quot;:&quot;ASSETS&quot;},&quot;pathStyles&quot;:[{&quot;type&quot;:&quot;FILL&quot;,&quot;fillStyle&quot;:&quot;rgb(0,0,0)&quot;}],&quot;isLocked&quot;:false,&quot;parent&quot;:{&quot;type&quot;:&quot;CHILD&quot;,&quot;parentId&quot;:&quot;4ff18e42-9d9b-467e-8c60-11ba33b639d3&quot;,&quot;order&quot;:&quot;22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422fba1d-f3d3-427d-af92-ed452f1aaf17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422fba1d-f3d3-427d-af92-ed452f1aaf17&quot;:{&quot;type&quot;:&quot;FIGURE_OBJECT&quot;,&quot;id&quot;:&quot;422fba1d-f3d3-427d-af92-ed452f1aaf17&quot;,&quot;parent&quot;:{&quot;type&quot;:&quot;CHILD&quot;,&quot;parentId&quot;:&quot;4ff18e42-9d9b-467e-8c60-11ba33b639d3&quot;,&quot;order&quot;:&quot;45&quot;},&quot;relativeTransform&quot;:{}},&quot;990dbe42-f036-43dc-925d-1c10c241c5c2&quot;:{&quot;type&quot;:&quot;FIGURE_OBJECT&quot;,&quot;id&quot;:&quot;990dbe42-f036-43dc-925d-1c10c241c5c2&quot;,&quot;name&quot;:&quot;Nucleosome (short)&quot;,&quot;relativeTransform&quot;:{&quot;translate&quot;:{&quot;x&quot;:235.7889116451264,&quot;y&quot;:143.4757945025762},&quot;rotate&quot;:6.283185307179586,&quot;skewX&quot;:0,&quot;scale&quot;:{&quot;x&quot;:-0.2994011976047904,&quot;y&quot;:0.2994011976047904}},&quot;opacity&quot;:1,&quot;image&quot;:{&quot;url&quot;:&quot;https://icons.biorender.com/biorender/5a957b945e506d00147f11be/20180809152201/image/nucleosome-short.png&quot;,&quot;size&quot;:{&quot;x&quot;:167,&quot;y&quot;:171},&quot;isPremium&quot;:false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422fba1d-f3d3-427d-af92-ed452f1aaf17&quot;,&quot;order&quot;:&quot;1&quot;}},&quot;a9f755d6-dd86-41b9-bc5e-217d5396ebc8&quot;:{&quot;type&quot;:&quot;FIGURE_OBJECT&quot;,&quot;id&quot;:&quot;a9f755d6-dd86-41b9-bc5e-217d5396ebc8&quot;,&quot;name&quot;:&quot;Nucleosome (short)&quot;,&quot;relativeTransform&quot;:{&quot;translate&quot;:{&quot;x&quot;:366.4650018259821,&quot;y&quot;:131.85188136421078},&quot;rotate&quot;:6.283185307179586,&quot;skewX&quot;:0,&quot;scale&quot;:{&quot;x&quot;:-0.2994011976047904,&quot;y&quot;:0.2994011976047904}},&quot;opacity&quot;:1,&quot;image&quot;:{&quot;url&quot;:&quot;https://icons.biorender.com/biorender/5a957b945e506d00147f11be/20180809152201/image/nucleosome-short.png&quot;,&quot;size&quot;:{&quot;x&quot;:167,&quot;y&quot;:171},&quot;isPremium&quot;:false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422fba1d-f3d3-427d-af92-ed452f1aaf17&quot;,&quot;order&quot;:&quot;2&quot;}},&quot;4fc5b1d7-165b-4a42-9b54-ad648a53c691&quot;:{&quot;type&quot;:&quot;FIGURE_OBJECT&quot;,&quot;id&quot;:&quot;4fc5b1d7-165b-4a42-9b54-ad648a53c691&quot;,&quot;name&quot;:&quot;Nucleosome (long)&quot;,&quot;relativeTransform&quot;:{&quot;translate&quot;:{&quot;x&quot;:173.78143561807354,&quot;y&quot;:149.23642294511546},&quot;rotate&quot;:6.164406238900534,&quot;skewX&quot;:-5.530784163987333e-17,&quot;scale&quot;:{&quot;x&quot;:-0.3067484662576687,&quot;y&quot;:0.30674846625766883}},&quot;opacity&quot;:1,&quot;image&quot;:{&quot;url&quot;:&quot;https://icons.biorender.com/biorender/5a957bc3c1f2360014638e2d/20180809152141/image/nucleosome-long.png&quot;,&quot;size&quot;:{&quot;x&quot;:326,&quot;y&quot;:182},&quot;isPremium&quot;:false},&quot;source&quot;:{&quot;id&quot;:&quot;5a957bc3c1f2360014638e2d&quot;,&quot;type&quot;:&quot;ASSETS&quot;},&quot;pathStyles&quot;:[{&quot;type&quot;:&quot;FILL&quot;,&quot;fillStyle&quot;:&quot;rgb(0,0,0)&quot;}],&quot;isLocked&quot;:false,&quot;parent&quot;:{&quot;type&quot;:&quot;CHILD&quot;,&quot;parentId&quot;:&quot;422fba1d-f3d3-427d-af92-ed452f1aaf17&quot;,&quot;order&quot;:&quot;5&quot;}},&quot;72a5e44b-4f20-4d7c-870f-fcaf2544456d&quot;:{&quot;type&quot;:&quot;FIGURE_OBJECT&quot;,&quot;id&quot;:&quot;72a5e44b-4f20-4d7c-870f-fcaf2544456d&quot;,&quot;name&quot;:&quot;Nucleosome (long)&quot;,&quot;relativeTransform&quot;:{&quot;translate&quot;:{&quot;x&quot;:304.25752579892895,&quot;y&quot;:137.81250980675009},&quot;rotate&quot;:6.164406238900534,&quot;skewX&quot;:-7.374378885316444e-17,&quot;scale&quot;:{&quot;x&quot;:-0.3067484662576687,&quot;y&quot;:0.30674846625766883}},&quot;opacity&quot;:1,&quot;image&quot;:{&quot;url&quot;:&quot;https://icons.biorender.com/biorender/5a957bc3c1f2360014638e2d/20180809152141/image/nucleosome-long.png&quot;,&quot;size&quot;:{&quot;x&quot;:326,&quot;y&quot;:182},&quot;isPremium&quot;:false},&quot;source&quot;:{&quot;id&quot;:&quot;5a957bc3c1f2360014638e2d&quot;,&quot;type&quot;:&quot;ASSETS&quot;},&quot;pathStyles&quot;:[{&quot;type&quot;:&quot;FILL&quot;,&quot;fillStyle&quot;:&quot;rgb(0,0,0)&quot;}],&quot;isLocked&quot;:false,&quot;parent&quot;:{&quot;type&quot;:&quot;CHILD&quot;,&quot;parentId&quot;:&quot;422fba1d-f3d3-427d-af92-ed452f1aaf17&quot;,&quot;order&quot;:&quot;7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29768ebd-47a2-42c9-9369-483177217e35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29768ebd-47a2-42c9-9369-483177217e35&quot;:{&quot;type&quot;:&quot;FIGURE_OBJECT&quot;,&quot;id&quot;:&quot;29768ebd-47a2-42c9-9369-483177217e35&quot;,&quot;name&quot;:&quot;a chromatin fiber with zigzag of nucleosomes consisting of DNA wound around a histone core&quot;,&quot;relativeTransform&quot;:{&quot;translate&quot;:{&quot;x&quot;:240.6134332247305,&quot;y&quot;:-128.14197501276527},&quot;rotate&quot;:0,&quot;skewX&quot;:0,&quot;scale&quot;:{&quot;x&quot;:0.4072829338939376,&quot;y&quot;:0.417430852800267}},&quot;opacity&quot;:1,&quot;image&quot;:{&quot;url&quot;:&quot;https://icons.biorender.com/biorender/5de169fb6ce00500043f8d4b/20191129185821/image/chromatin-fibre.png&quot;,&quot;size&quot;:{&quot;x&quot;:894,&quot;y&quot;:266},&quot;isPremium&quot;:false},&quot;source&quot;:{&quot;id&quot;:&quot;5de169fb6ce00500043f8d4b&quot;,&quot;type&quot;:&quot;ASSETS&quot;},&quot;pathStyles&quot;:[{&quot;type&quot;:&quot;FILL&quot;,&quot;fillStyle&quot;:&quot;rgb(0,0,0)&quot;}],&quot;isLocked&quot;:false,&quot;parent&quot;:{&quot;type&quot;:&quot;CHILD&quot;,&quot;parentId&quot;:&quot;4ff18e42-9d9b-467e-8c60-11ba33b639d3&quot;,&quot;order&quot;:&quot;5&quot;}},&quot;12b1afe4-3800-4bd5-bd7b-aed5d4e571a8&quot;:{&quot;type&quot;:&quot;FIGURE_OBJECT&quot;,&quot;id&quot;:&quot;12b1afe4-3800-4bd5-bd7b-aed5d4e571a8&quot;,&quot;relativeTransform&quot;:{&quot;translate&quot;:{&quot;x&quot;:3.560904590577138,&quot;y&quot;:0},&quot;rotate&quot;:0,&quot;skewX&quot;:0,&quot;scale&quot;:{&quot;x&quot;:0.9920426713059727,&quot;y&quot;:1}},&quot;opacity&quot;:1,&quot;path&quot;:{&quot;type&quot;:&quot;RECT&quot;,&quot;size&quot;:{&quot;x&quot;:894,&quot;y&quot;:266}},&quot;pathStyles&quot;:[{&quot;type&quot;:&quot;FILL&quot;,&quot;fillStyle&quot;:&quot;#fff&quot;}],&quot;isFrozen&quot;:true,&quot;isLocked&quot;:false,&quot;parent&quot;:{&quot;type&quot;:&quot;CROP&quot;,&quot;parentId&quot;:&quot;29768ebd-47a2-42c9-9369-483177217e35&quot;,&quot;order&quot;:&quot;5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220e9d23-b0f7-4970-b15b-211417b7e4c0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220e9d23-b0f7-4970-b15b-211417b7e4c0&quot;:{&quot;type&quot;:&quot;FIGURE_OBJECT&quot;,&quot;id&quot;:&quot;220e9d23-b0f7-4970-b15b-211417b7e4c0&quot;,&quot;name&quot;:&quot;Chromatin (loops)&quot;,&quot;relativeTransform&quot;:{&quot;translate&quot;:{&quot;x&quot;:-44.740852481969455,&quot;y&quot;:-126.29521050196234},&quot;rotate&quot;:1.5707963267948966,&quot;skewX&quot;:-6.888544331788864e-33,&quot;scale&quot;:{&quot;x&quot;:0.4729350565083841,&quot;y&quot;:0.4719910743596648}},&quot;opacity&quot;:1,&quot;image&quot;:{&quot;url&quot;:&quot;https://icons.biorender.com/biorender/5a957c62c1f2360014638e3e/20180809145915/image/chromatin-loops.png&quot;,&quot;size&quot;:{&quot;x&quot;:236,&quot;y&quot;:501},&quot;isPremium&quot;:false},&quot;source&quot;:{&quot;id&quot;:&quot;5a957c62c1f2360014638e3e&quot;,&quot;type&quot;:&quot;ASSETS&quot;},&quot;pathStyles&quot;:[{&quot;type&quot;:&quot;FILL&quot;,&quot;fillStyle&quot;:&quot;rgb(0,0,0)&quot;}],&quot;isLocked&quot;:false,&quot;parent&quot;:{&quot;type&quot;:&quot;CHILD&quot;,&quot;parentId&quot;:&quot;4ff18e42-9d9b-467e-8c60-11ba33b639d3&quot;,&quot;order&quot;:&quot;6&quot;}},&quot;097f4768-48cb-4708-99db-59b73e5e91f7&quot;:{&quot;type&quot;:&quot;FIGURE_OBJECT&quot;,&quot;id&quot;:&quot;097f4768-48cb-4708-99db-59b73e5e91f7&quot;,&quot;relativeTransform&quot;:{&quot;translate&quot;:{&quot;x&quot;:0,&quot;y&quot;:-63.176745025345554},&quot;rotate&quot;:0.1005685981222738,&quot;skewX&quot;:0.00029810164722752635,&quot;scale&quot;:{&quot;x&quot;:1.0000201002687925,&quot;y&quot;:0.7482847798909439}},&quot;opacity&quot;:1,&quot;path&quot;:{&quot;type&quot;:&quot;RECT&quot;,&quot;size&quot;:{&quot;x&quot;:236,&quot;y&quot;:501}},&quot;pathStyles&quot;:[{&quot;type&quot;:&quot;FILL&quot;,&quot;fillStyle&quot;:&quot;#fff&quot;}],&quot;isFrozen&quot;:true,&quot;isLocked&quot;:false,&quot;parent&quot;:{&quot;type&quot;:&quot;CROP&quot;,&quot;parentId&quot;:&quot;220e9d23-b0f7-4970-b15b-211417b7e4c0&quot;,&quot;order&quot;:&quot;5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11a27b21-23a9-45f7-bc42-44898af0be20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11a27b21-23a9-45f7-bc42-44898af0be20&quot;:{&quot;type&quot;:&quot;FIGURE_OBJECT&quot;,&quot;id&quot;:&quot;11a27b21-23a9-45f7-bc42-44898af0be20&quot;,&quot;name&quot;:&quot;Chromatin (condensed loops)&quot;,&quot;relativeTransform&quot;:{&quot;translate&quot;:{&quot;x&quot;:-206.94484547947278,&quot;y&quot;:-110.03145057083844},&quot;rotate&quot;:1.5707963267948966,&quot;skewX&quot;:0,&quot;scale&quot;:{&quot;x&quot;:0.4026354036545434,&quot;y&quot;:0.40184125098461315}},&quot;opacity&quot;:1,&quot;image&quot;:{&quot;url&quot;:&quot;https://icons.biorender.com/biorender/5a957cd4c1f2360014638e4e/20180809145823/image/chromatin-condensed-loops.png&quot;,&quot;size&quot;:{&quot;x&quot;:138,&quot;y&quot;:507},&quot;isPremium&quot;:false},&quot;source&quot;:{&quot;id&quot;:&quot;5a957cd4c1f2360014638e4e&quot;,&quot;type&quot;:&quot;ASSETS&quot;},&quot;pathStyles&quot;:[{&quot;type&quot;:&quot;FILL&quot;,&quot;fillStyle&quot;:&quot;rgb(0,0,0)&quot;}],&quot;isLocked&quot;:false,&quot;parent&quot;:{&quot;type&quot;:&quot;CHILD&quot;,&quot;parentId&quot;:&quot;4ff18e42-9d9b-467e-8c60-11ba33b639d3&quot;,&quot;order&quot;:&quot;65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53671629-c921-48f3-a996-64f4f85607e7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53671629-c921-48f3-a996-64f4f85607e7&quot;:{&quot;type&quot;:&quot;FIGURE_OBJECT&quot;,&quot;id&quot;:&quot;53671629-c921-48f3-a996-64f4f85607e7&quot;,&quot;relativeTransform&quot;:{&quot;translate&quot;:{&quot;x&quot;:420.1686852589131,&quot;y&quot;:13.857768775003706},&quot;rotate&quot;:0},&quot;opacity&quot;:1,&quot;path&quot;:{&quot;type&quot;:&quot;POLY_LINE&quot;,&quot;points&quot;:[{&quot;x&quot;:-10.342773613786449,&quot;y&quot;:-142.56395278979505},{&quot;x&quot;:5.6572263862135515,&quot;y&quot;:-142.56395278979505},{&quot;x&quot;:23.65722638621355,&quot;y&quot;:-126.43604721020483},{&quot;x&quot;:30.342773613786676,&quot;y&quot;:-107.43604721020483},{&quot;x&quot;:30.342773613786676,&quot;y&quot;:-72.56395278979505},{&quot;x&quot;:9.285886017006533,&quot;y&quot;:15.418270981553519},{&quot;x&quot;:21.65722638621355,&quot;y&quot;:96.56395278979517},{&quot;x&quot;:18.65722638621355,&quot;y&quot;:117.56395278979517},{&quot;x&quot;:6.6572263862135515,&quot;y&quot;:131.56395278979517},{&quot;x&quot;:-10.342773613786449,&quot;y&quot;:139.56395278979517},{&quot;x&quot;:-30.34277361378645,&quot;y&quot;:142.56395278979517}],&quot;closed&quot;:false,&quot;cornerRounding&quot;:{&quot;type&quot;:&quot;ARC_LENGTH&quot;,&quot;global&quot;:25.929365837382452}},&quot;pathStyles&quot;:[{&quot;type&quot;:&quot;FILL&quot;,&quot;fillStyle&quot;:&quot;rgba(0,0,0,0)&quot;},{&quot;type&quot;:&quot;STROKE&quot;,&quot;strokeStyle&quot;:&quot;rgba(37, 35, 90, 1)&quot;,&quot;lineWidth&quot;:1.6,&quot;lineJoin&quot;:&quot;round&quot;}],&quot;isLocked&quot;:false,&quot;parent&quot;:{&quot;type&quot;:&quot;CHILD&quot;,&quot;parentId&quot;:&quot;4ff18e42-9d9b-467e-8c60-11ba33b639d3&quot;,&quot;order&quot;:&quot;7&quot;}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bbdbc63deb936e9192f"/>
  <p:tag name="FIGURESLIDEID" val="4ff18e42-9d9b-467e-8c60-11ba33b639d3"/>
  <p:tag name="SELECTIONIDS" val="d88996b4-cf6c-430a-a4aa-86fcda321962"/>
  <p:tag name="TRANSPARENTBACKGROUND" val="true"/>
  <p:tag name="VERSION" val="1781705686727"/>
  <p:tag name="TITLE" val="Genomic Architecture (Layout)"/>
  <p:tag name="CREATORNAME" val="Keisuke Ishihara"/>
  <p:tag name="DATEINSERTED" val="1781705686846"/>
  <p:tag name="DPI" val="300"/>
  <p:tag name="BIOJSON" val="{&quot;id&quot;:&quot;7f8603d9-310a-42f6-b4a5-4d85410bc5f4&quot;,&quot;objects&quot;:{&quot;d88996b4-cf6c-430a-a4aa-86fcda321962&quot;:{&quot;type&quot;:&quot;FIGURE_OBJECT&quot;,&quot;id&quot;:&quot;d88996b4-cf6c-430a-a4aa-86fcda321962&quot;,&quot;parent&quot;:{&quot;type&quot;:&quot;CHILD&quot;,&quot;parentId&quot;:&quot;4ff18e42-9d9b-467e-8c60-11ba33b639d3&quot;,&quot;order&quot;:&quot;9&quot;},&quot;relativeTransform&quot;:{}},&quot;3984b72a-d5dd-4a7f-a9af-6cdddf56f0b6&quot;:{&quot;id&quot;:&quot;3984b72a-d5dd-4a7f-a9af-6cdddf56f0b6&quot;,&quot;name&quot;:&quot;DNA (tapered)&quot;,&quot;type&quot;:&quot;FIGURE_OBJECT&quot;,&quot;relativeTransform&quot;:{&quot;translate&quot;:{&quot;x&quot;:77.45690172770033,&quot;y&quot;:179.27053983765524},&quot;rotate&quot;:-3.0674068793223217,&quot;skewX&quot;:-5.551115123125789e-17,&quot;scale&quot;:{&quot;x&quot;:0.9999999999999994,&quot;y&quot;:0.9999999999999997}},&quot;image&quot;:{&quot;url&quot;:&quot;https://icons.biorender.com/biorender/5cf168da48bc020400d6b38d/dna-tapered.png&quot;,&quot;isPremium&quot;:true,&quot;size&quot;:{&quot;x&quot;:150,&quot;y&quot;:47.63948497854077}},&quot;source&quot;:{&quot;id&quot;:&quot;5cf1688048bc020400d6b38c&quot;,&quot;type&quot;:&quot;ASSETS&quot;},&quot;isPremium&quot;:true,&quot;parent&quot;:{&quot;type&quot;:&quot;CHILD&quot;,&quot;parentId&quot;:&quot;d88996b4-cf6c-430a-a4aa-86fcda321962&quot;,&quot;order&quot;:&quot;2&quot;},&quot;styles&quot;:{&quot;editable&quot;:[{&quot;styleName&quot;:&quot;MONOCHROME_COLOR&quot;,&quot;index&quot;:0,&quot;color&quot;:&quot;#155289&quot;}]}},&quot;c7b87fff-0258-4511-83ce-56e41ea51f84&quot;:{&quot;relativeTransform&quot;:{&quot;translate&quot;:{&quot;x&quot;:-190.55518825877678,&quot;y&quot;:173.77783404283724},&quot;rotate&quot;:0},&quot;type&quot;:&quot;FIGURE_OBJECT&quot;,&quot;id&quot;:&quot;c7b87fff-0258-4511-83ce-56e41ea51f84&quot;,&quot;name&quot;:&quot;dsDNA brush 1 (straight)&quot;,&quot;displayName&quot;:&quot;dsDNA brush (straight)&quot;,&quot;opacity&quot;:1,&quot;source&quot;:{&quot;id&quot;:&quot;5e75573302a72400a91d3c9b&quot;,&quot;type&quot;:&quot;ASSETS&quot;},&quot;path&quot;:{&quot;type&quot;:&quot;POLY_LINE&quot;,&quot;points&quot;:[{&quot;x&quot;:-126.74148567828405,&quot;y&quot;:119.11118813984223},{&quot;x&quot;:-50.948201481916215,&quot;y&quot;:8.699811722885102},{&quot;x&quot;:104.15475097835343,&quot;y&quot;:-4.940146291463407},{&quot;x&quot;:220.32081652738475,&quot;y&quot;:0}],&quot;closed&quot;:false},&quot;pathStyles&quot;:[{&quot;type&quot;:&quot;FILL&quot;,&quot;fillStyle&quot;:&quot;rgba(0,0,0,0)&quot;},{&quot;type&quot;:&quot;STROKE&quot;,&quot;strokeStyle&quot;:&quot;rgba(0,0,0,0)&quot;,&quot;lineWidth&quot;:29,&quot;lineJoin&quot;:&quot;round&quot;}],&quot;pathSmoothing&quot;:{&quot;type&quot;:&quot;CATMULL_SMOOTHING&quot;,&quot;smoothing&quot;:0.2},&quot;pathPattern&quot;:{&quot;type&quot;:&quot;ROW&quot;,&quot;patternId&quot;:&quot;63dce989-40ba-4db3-8ec4-ea29064bf8d6&quot;,&quot;patternTransform&quot;:{&quot;translate&quot;:{&quot;x&quot;:0.000027960239175948845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82920522,&quot;align&quot;:&quot;CENTER&quot;},&quot;isPremium&quot;:true},&quot;isLocked&quot;:false,&quot;parent&quot;:{&quot;type&quot;:&quot;CHILD&quot;,&quot;parentId&quot;:&quot;d88996b4-cf6c-430a-a4aa-86fcda321962&quot;,&quot;order&quot;:&quot;5&quot;},&quot;isPremium&quot;:true,&quot;connectorInfo&quot;:{&quot;connectedObjects&quot;:[],&quot;type&quot;:&quot;LINE&quot;,&quot;offset&quot;:{&quot;x&quot;:0,&quot;y&quot;:0},&quot;bending&quot;:0.1,&quot;firstElementIsHead&quot;:true,&quot;customized&quot;:true}},&quot;63dce989-40ba-4db3-8ec4-ea29064bf8d6&quot;:{&quot;type&quot;:&quot;FIGURE_OBJECT&quot;,&quot;id&quot;:&quot;63dce989-40ba-4db3-8ec4-ea29064bf8d6&quot;,&quot;relativeTransform&quot;:{&quot;translate&quot;:{&quot;x&quot;:0,&quot;y&quot;:0},&quot;rotate&quot;:0,&quot;skewX&quot;:0,&quot;scale&quot;:{&quot;x&quot;:1,&quot;y&quot;:1}},&quot;source&quot;:{&quot;type&quot;:&quot;ASSETS&quot;,&quot;id&quot;:&quot;5e713b6776df310028d1ed8f&quot;},&quot;name&quot;:&quot;dsDNA (for brush)&quot;},&quot;773a2670-c5f6-4d6a-b8d3-d23c3ecd2224&quot;:{&quot;type&quot;:&quot;FIGURE_OBJECT&quot;,&quot;id&quot;:&quot;773a2670-c5f6-4d6a-b8d3-d23c3ecd2224&quot;,&quot;parent&quot;:{&quot;type&quot;:&quot;CHILD&quot;,&quot;parentId&quot;:&quot;63dce989-40ba-4db3-8ec4-ea29064bf8d6&quot;,&quot;order&quot;:&quot;7&quot;},&quot;relativeTransform&quot;:{&quot;translate&quot;:{&quot;x&quot;:0,&quot;y&quot;:0},&quot;rotate&quot;:0,&quot;skewX&quot;:0,&quot;scale&quot;:{&quot;x&quot;:1,&quot;y&quot;:1}}},&quot;0dda4064-8679-4626-bd9c-d60795a38977&quot;:{&quot;type&quot;:&quot;FIGURE_OBJECT&quot;,&quot;id&quot;:&quot;0dda4064-8679-4626-bd9c-d60795a38977&quot;,&quot;parent&quot;:{&quot;type&quot;:&quot;CHILD&quot;,&quot;parentId&quot;:&quot;773a2670-c5f6-4d6a-b8d3-d23c3ecd2224&quot;,&quot;order&quot;:&quot;0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49.93,&quot;y&quot;:28,&quot;isEndPoint&quot;:true},{&quot;x&quot;:349.58,&quot;y&quot;:27.94,&quot;isEndPoint&quot;:true},{&quot;x&quot;:345.420090560734,&quot;y&quot;:27.256423933257807,&quot;isEndPoint&quot;:false},{&quot;x&quot;:341.2152426574473,&quot;y&quot;:26.88206545538172,&quot;isEndPoint&quot;:false},{&quot;x&quot;:336.9999999999998,&quot;y&quot;:26.81999999999998,&quot;isEndPoint&quot;:true},{&quot;x&quot;:336.56999999999977,&quot;y&quot;:26.81999999999998,&quot;isEndPoint&quot;:true},{&quot;x&quot;:336.56999999999977,&quot;y&quot;:75.24999999999997,&quot;isEndPoint&quot;:true},{&quot;x&quot;:350,&quot;y&quot;:75.24999999999997,&quot;isEndPoint&quot;:true}],&quot;closed&quot;:true}},&quot;pathStyles&quot;:[{&quot;type&quot;:&quot;FILL&quot;,&quot;fillStyle&quot;:&quot;#030351&quot;}],&quot;opacity&quot;:1},&quot;4e233909-26ce-4b92-ae1f-04597038b9a6&quot;:{&quot;type&quot;:&quot;FIGURE_OBJECT&quot;,&quot;id&quot;:&quot;4e233909-26ce-4b92-ae1f-04597038b9a6&quot;,&quot;parent&quot;:{&quot;type&quot;:&quot;CHILD&quot;,&quot;parentId&quot;:&quot;773a2670-c5f6-4d6a-b8d3-d23c3ecd2224&quot;,&quot;order&quot;:&quot;0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03.7,&quot;y&quot;:35.73,&quot;isEndPoint&quot;:true},{&quot;x&quot;:303.05,&quot;y&quot;:36.16,&quot;isEndPoint&quot;:true},{&quot;x&quot;:298.47819337198143,&quot;y&quot;:39.20332140819541,&quot;isEndPoint&quot;:false},{&quot;x&quot;:294.2530577534282,&quot;y&quot;:42.73768088593757,&quot;isEndPoint&quot;:false},{&quot;x&quot;:290.45,&quot;y&quot;:46.7,&quot;isEndPoint&quot;:true},{&quot;x&quot;:290.33,&quot;y&quot;:46.82,&quot;isEndPoint&quot;:true},{&quot;x&quot;:290.33,&quot;y&quot;:48,&quot;isEndPoint&quot;:true},{&quot;x&quot;:303.71,&quot;y&quot;:48,&quot;isEndPoint&quot;:true}],&quot;closed&quot;:true}},&quot;pathStyles&quot;:[{&quot;type&quot;:&quot;FILL&quot;,&quot;fillStyle&quot;:&quot;#030351&quot;}],&quot;opacity&quot;:1},&quot;0b00e0a4-20e1-4337-824a-4804bbd58d8c&quot;:{&quot;type&quot;:&quot;FIGURE_OBJECT&quot;,&quot;id&quot;:&quot;0b00e0a4-20e1-4337-824a-4804bbd58d8c&quot;,&quot;parent&quot;:{&quot;type&quot;:&quot;CHILD&quot;,&quot;parentId&quot;:&quot;773a2670-c5f6-4d6a-b8d3-d23c3ecd2224&quot;,&quot;order&quot;:&quot;1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245.8,&quot;y&quot;:51.33,&quot;isEndPoint&quot;:true},{&quot;x&quot;:245.8,&quot;y&quot;:75.67,&quot;isEndPoint&quot;:true},{&quot;x&quot;:246.58,&quot;y&quot;:74.32000000000001,&quot;isEndPoint&quot;:true},{&quot;x&quot;:251.39000000000001,&quot;y&quot;:65.99000000000001,&quot;isEndPoint&quot;:false},{&quot;x&quot;:255.25,&quot;y&quot;:59.75000000000001,&quot;isEndPoint&quot;:false},{&quot;x&quot;:259.08000000000004,&quot;y&quot;:54.06,&quot;isEndPoint&quot;:true},{&quot;x&quot;:259.16,&quot;y&quot;:53.96,&quot;isEndPoint&quot;:true},{&quot;x&quot;:259.16,&quot;y&quot;:51.32,&quot;isEndPoint&quot;:true}],&quot;closed&quot;:true}},&quot;pathStyles&quot;:[{&quot;type&quot;:&quot;FILL&quot;,&quot;fillStyle&quot;:&quot;#030351&quot;}],&quot;opacity&quot;:1},&quot;9a1c8743-95e7-40c8-b08d-812644765258&quot;:{&quot;type&quot;:&quot;FIGURE_OBJECT&quot;,&quot;id&quot;:&quot;9a1c8743-95e7-40c8-b08d-812644765258&quot;,&quot;parent&quot;:{&quot;type&quot;:&quot;CHILD&quot;,&quot;parentId&quot;:&quot;773a2670-c5f6-4d6a-b8d3-d23c3ecd2224&quot;,&quot;order&quot;:&quot;1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213,&quot;y&quot;:82.63,&quot;isEndPoint&quot;:true},{&quot;x&quot;:199.6,&quot;y&quot;:82.63,&quot;isEndPoint&quot;:true},{&quot;x&quot;:199.6,&quot;y&quot;:139.63,&quot;isEndPoint&quot;:true},{&quot;x&quot;:200.28,&quot;y&quot;:139.12,&quot;isEndPoint&quot;:true},{&quot;x&quot;:204.87602367797516,&quot;y&quot;:135.5646296070271,&quot;isEndPoint&quot;:false},{&quot;x&quot;:209.09180789220989,&quot;y&quot;:131.54321382238348,&quot;isEndPoint&quot;:false},{&quot;x&quot;:212.86000000000007,&quot;y&quot;:127.11999999999998,&quot;isEndPoint&quot;:true},{&quot;x&quot;:212.96000000000006,&quot;y&quot;:126.99999999999997,&quot;isEndPoint&quot;:true}],&quot;closed&quot;:true}},&quot;pathStyles&quot;:[{&quot;type&quot;:&quot;FILL&quot;,&quot;fillStyle&quot;:&quot;#030351&quot;}],&quot;opacity&quot;:1},&quot;d76a0370-1813-474f-a436-a293b43e6115&quot;:{&quot;type&quot;:&quot;FIGURE_OBJECT&quot;,&quot;id&quot;:&quot;d76a0370-1813-474f-a436-a293b43e6115&quot;,&quot;parent&quot;:{&quot;type&quot;:&quot;CHILD&quot;,&quot;parentId&quot;:&quot;773a2670-c5f6-4d6a-b8d3-d23c3ecd2224&quot;,&quot;order&quot;:&quot;1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0.05,&quot;y&quot;:58,&quot;isEndPoint&quot;:true},{&quot;x&quot;:30,&quot;y&quot;:57.85,&quot;isEndPoint&quot;:true},{&quot;x&quot;:26.219470562095637,&quot;y&quot;:52.939195258485015,&quot;isEndPoint&quot;:false},{&quot;x&quot;:22.002270972841174,&quot;y&quot;:48.380603321528994,&quot;isEndPoint&quot;:false},{&quot;x&quot;:17.39999999999982,&quot;y&quot;:44.229999999999805,&quot;isEndPoint&quot;:true},{&quot;x&quot;:16.69999999999982,&quot;y&quot;:43.5999999999998,&quot;isEndPoint&quot;:true},{&quot;x&quot;:16.69999999999982,&quot;y&quot;:105.0899999999998,&quot;isEndPoint&quot;:true},{&quot;x&quot;:30.09,&quot;y&quot;:105.0899999999998,&quot;isEndPoint&quot;:true}],&quot;closed&quot;:true}},&quot;pathStyles&quot;:[{&quot;type&quot;:&quot;FILL&quot;,&quot;fillStyle&quot;:&quot;#030351&quot;}],&quot;opacity&quot;:1},&quot;a8dd2cea-a407-47c4-b67f-0933dc693846&quot;:{&quot;type&quot;:&quot;FIGURE_OBJECT&quot;,&quot;id&quot;:&quot;a8dd2cea-a407-47c4-b67f-0933dc693846&quot;,&quot;parent&quot;:{&quot;type&quot;:&quot;CHILD&quot;,&quot;parentId&quot;:&quot;773a2670-c5f6-4d6a-b8d3-d23c3ecd2224&quot;,&quot;order&quot;:&quot;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76.24,&quot;y&quot;:129.47,&quot;isEndPoint&quot;:true},{&quot;x&quot;:72.24,&quot;y&quot;:124.21,&quot;isEndPoint&quot;:false},{&quot;x&quot;:68.1,&quot;y&quot;:118.27,&quot;isEndPoint&quot;:false},{&quot;x&quot;:63.709999999999994,&quot;y&quot;:111.31,&quot;isEndPoint&quot;:true},{&quot;x&quot;:62.93999999999999,&quot;y&quot;:110.08,&quot;isEndPoint&quot;:true},{&quot;x&quot;:62.93999999999999,&quot;y&quot;:132.35,&quot;isEndPoint&quot;:true},{&quot;x&quot;:76.33,&quot;y&quot;:132.35,&quot;isEndPoint&quot;:true},{&quot;x&quot;:76.33,&quot;y&quot;:129.59,&quot;isEndPoint&quot;:true}],&quot;closed&quot;:true}},&quot;pathStyles&quot;:[{&quot;type&quot;:&quot;FILL&quot;,&quot;fillStyle&quot;:&quot;#030351&quot;}],&quot;opacity&quot;:1},&quot;b4fe7a85-db63-435d-abac-ac41090967a7&quot;:{&quot;type&quot;:&quot;FIGURE_OBJECT&quot;,&quot;id&quot;:&quot;b4fe7a85-db63-435d-abac-ac41090967a7&quot;,&quot;parent&quot;:{&quot;type&quot;:&quot;CHILD&quot;,&quot;parentId&quot;:&quot;773a2670-c5f6-4d6a-b8d3-d23c3ecd2224&quot;,&quot;order&quot;:&quot;2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20.86,&quot;y&quot;:127.32,&quot;isEndPoint&quot;:true},{&quot;x&quot;:107.49,&quot;y&quot;:127.32,&quot;isEndPoint&quot;:true},{&quot;x&quot;:107.49,&quot;y&quot;:133.85999999999999,&quot;isEndPoint&quot;:true},{&quot;x&quot;:107.64,&quot;y&quot;:133.98,&quot;isEndPoint&quot;:true},{&quot;x&quot;:111.52973984723954,&quot;y&quot;:137.3967269001932,&quot;isEndPoint&quot;:false},{&quot;x&quot;:115.75449562441779,&quot;y&quot;:140.4120165111848,&quot;isEndPoint&quot;:false},{&quot;x&quot;:120.25000000000006,&quot;y&quot;:142.98000000000002,&quot;isEndPoint&quot;:true},{&quot;x&quot;:120.87000000000006,&quot;y&quot;:143.34000000000003,&quot;isEndPoint&quot;:true}],&quot;closed&quot;:true}},&quot;pathStyles&quot;:[{&quot;type&quot;:&quot;FILL&quot;,&quot;fillStyle&quot;:&quot;#030351&quot;}],&quot;opacity&quot;:1},&quot;848341d9-26de-463f-a70a-2c87a5a41454&quot;:{&quot;type&quot;:&quot;FIGURE_OBJECT&quot;,&quot;id&quot;:&quot;848341d9-26de-463f-a70a-2c87a5a41454&quot;,&quot;parent&quot;:{&quot;type&quot;:&quot;CHILD&quot;,&quot;parentId&quot;:&quot;773a2670-c5f6-4d6a-b8d3-d23c3ecd2224&quot;,&quot;order&quot;:&quot;2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67.07,&quot;y&quot;:96,&quot;isEndPoint&quot;:true},{&quot;x&quot;:153.69,&quot;y&quot;:96,&quot;isEndPoint&quot;:true},{&quot;x&quot;:153.69,&quot;y&quot;:98.6,&quot;isEndPoint&quot;:true},{&quot;x&quot;:153.69,&quot;y&quot;:98.6,&quot;isEndPoint&quot;:true},{&quot;x&quot;:153.69,&quot;y&quot;:152.44,&quot;isEndPoint&quot;:true},{&quot;x&quot;:154.09,&quot;y&quot;:152.44,&quot;isEndPoint&quot;:true},{&quot;x&quot;:155.46,&quot;y&quot;:152.52,&quot;isEndPoint&quot;:true},{&quot;x&quot;:156.52,&quot;y&quot;:152.58,&quot;isEndPoint&quot;:false},{&quot;x&quot;:157.61,&quot;y&quot;:152.65,&quot;isEndPoint&quot;:false},{&quot;x&quot;:158.75,&quot;y&quot;:152.65,&quot;isEndPoint&quot;:true},{&quot;x&quot;:161.42578289060316,&quot;y&quot;:152.64064272440456,&quot;isEndPoint&quot;:false},{&quot;x&quot;:164.09811205319488,&quot;y&quot;:152.45692009447635,&quot;isEndPoint&quot;:false},{&quot;x&quot;:166.74999999999997,&quot;y&quot;:152.1,&quot;isEndPoint&quot;:true},{&quot;x&quot;:167.11999999999998,&quot;y&quot;:152.1,&quot;isEndPoint&quot;:true}],&quot;closed&quot;:true}},&quot;pathStyles&quot;:[{&quot;type&quot;:&quot;FILL&quot;,&quot;fillStyle&quot;:&quot;#030351&quot;}],&quot;opacity&quot;:1},&quot;03a021cc-7813-4d17-8031-b0f18a2e6342&quot;:{&quot;type&quot;:&quot;FIGURE_OBJECT&quot;,&quot;id&quot;:&quot;03a021cc-7813-4d17-8031-b0f18a2e6342&quot;,&quot;parent&quot;:{&quot;type&quot;:&quot;CHILD&quot;,&quot;parentId&quot;:&quot;773a2670-c5f6-4d6a-b8d3-d23c3ecd2224&quot;,&quot;order&quot;:&quot;3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0.09,&quot;y&quot;:104.24,&quot;isEndPoint&quot;:true},{&quot;x&quot;:16.71,&quot;y&quot;:104.24,&quot;isEndPoint&quot;:true},{&quot;x&quot;:16.71,&quot;y&quot;:151.44,&quot;isEndPoint&quot;:true},{&quot;x&quot;:17.060000000000002,&quot;y&quot;:151.49,&quot;isEndPoint&quot;:true},{&quot;x&quot;:21.22562172883369,&quot;y&quot;:152.18705420388662,&quot;isEndPoint&quot;:false},{&quot;x&quot;:25.437130009448108,&quot;y&quot;:152.5747803630543,&quot;isEndPoint&quot;:false},{&quot;x&quot;:29.660000000000156,&quot;y&quot;:152.65,&quot;isEndPoint&quot;:true},{&quot;x&quot;:30.090000000000156,&quot;y&quot;:152.65,&quot;isEndPoint&quot;:true}],&quot;closed&quot;:true}},&quot;pathStyles&quot;:[{&quot;type&quot;:&quot;FILL&quot;,&quot;fillStyle&quot;:&quot;#002479&quot;}],&quot;opacity&quot;:1},&quot;3b779155-6ced-426d-af39-05d290bed985&quot;:{&quot;type&quot;:&quot;FIGURE_OBJECT&quot;,&quot;id&quot;:&quot;3b779155-6ced-426d-af39-05d290bed985&quot;,&quot;parent&quot;:{&quot;type&quot;:&quot;CHILD&quot;,&quot;parentId&quot;:&quot;773a2670-c5f6-4d6a-b8d3-d23c3ecd2224&quot;,&quot;order&quot;:&quot;3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63,&quot;y&quot;:131.51,&quot;isEndPoint&quot;:true},{&quot;x&quot;:63,&quot;y&quot;:143.75,&quot;isEndPoint&quot;:true},{&quot;x&quot;:63.65,&quot;y&quot;:143.33,&quot;isEndPoint&quot;:true},{&quot;x&quot;:68.22274569557521,&quot;y&quot;:140.28412286538423,&quot;isEndPoint&quot;:false},{&quot;x&quot;:72.4479616797715,&quot;y&quot;:136.74634281512465,&quot;isEndPoint&quot;:false},{&quot;x&quot;:76.25,&quot;y&quot;:132.78,&quot;isEndPoint&quot;:true},{&quot;x&quot;:76.37,&quot;y&quot;:132.66,&quot;isEndPoint&quot;:true},{&quot;x&quot;:76.37,&quot;y&quot;:131.5,&quot;isEndPoint&quot;:true}],&quot;closed&quot;:true}},&quot;pathStyles&quot;:[{&quot;type&quot;:&quot;FILL&quot;,&quot;fillStyle&quot;:&quot;#002479&quot;}],&quot;opacity&quot;:1},&quot;82bbfe77-cd2e-404e-8d15-b0ee1f751eb4&quot;:{&quot;type&quot;:&quot;FIGURE_OBJECT&quot;,&quot;id&quot;:&quot;82bbfe77-cd2e-404e-8d15-b0ee1f751eb4&quot;,&quot;parent&quot;:{&quot;type&quot;:&quot;CHILD&quot;,&quot;parentId&quot;:&quot;773a2670-c5f6-4d6a-b8d3-d23c3ecd2224&quot;,&quot;order&quot;:&quot;4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20.85,&quot;y&quot;:103.81,&quot;isEndPoint&quot;:true},{&quot;x&quot;:120.07,&quot;y&quot;:105.16,&quot;isEndPoint&quot;:true},{&quot;x&quot;:115.27,&quot;y&quot;:113.44999999999999,&quot;isEndPoint&quot;:false},{&quot;x&quot;:111.41999999999999,&quot;y&quot;:119.69999999999999,&quot;isEndPoint&quot;:false},{&quot;x&quot;:107.55999999999999,&quot;y&quot;:125.42,&quot;isEndPoint&quot;:true},{&quot;x&quot;:107.49,&quot;y&quot;:125.53,&quot;isEndPoint&quot;:true},{&quot;x&quot;:107.49,&quot;y&quot;:128.16,&quot;isEndPoint&quot;:true},{&quot;x&quot;:120.86,&quot;y&quot;:128.16,&quot;isEndPoint&quot;:true}],&quot;closed&quot;:true}},&quot;pathStyles&quot;:[{&quot;type&quot;:&quot;FILL&quot;,&quot;fillStyle&quot;:&quot;#002479&quot;}],&quot;opacity&quot;:1},&quot;eb60e5ec-f226-4dc2-8513-334bd7750823&quot;:{&quot;type&quot;:&quot;FIGURE_OBJECT&quot;,&quot;id&quot;:&quot;eb60e5ec-f226-4dc2-8513-334bd7750823&quot;,&quot;parent&quot;:{&quot;type&quot;:&quot;CHILD&quot;,&quot;parentId&quot;:&quot;773a2670-c5f6-4d6a-b8d3-d23c3ecd2224&quot;,&quot;order&quot;:&quot;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67,&quot;y&quot;:39.88,&quot;isEndPoint&quot;:true},{&quot;x&quot;:166.33,&quot;y&quot;:40.38,&quot;isEndPoint&quot;:true},{&quot;x&quot;:161.72813733610758,&quot;y&quot;:43.93209727055157,&quot;isEndPoint&quot;:false},{&quot;x&quot;:157.5087122922788,&quot;y&quot;:47.9537891312303,&quot;isEndPoint&quot;:false},{&quot;x&quot;:153.7400000000001,&quot;y&quot;:52.37999999999994,&quot;isEndPoint&quot;:true},{&quot;x&quot;:153.6400000000001,&quot;y&quot;:52.499999999999936,&quot;isEndPoint&quot;:true},{&quot;x&quot;:153.6400000000001,&quot;y&quot;:96.87999999999994,&quot;isEndPoint&quot;:true},{&quot;x&quot;:167.0100000000001,&quot;y&quot;:96.87999999999994,&quot;isEndPoint&quot;:true}],&quot;closed&quot;:true}},&quot;pathStyles&quot;:[{&quot;type&quot;:&quot;FILL&quot;,&quot;fillStyle&quot;:&quot;#002479&quot;}],&quot;opacity&quot;:1},&quot;8204b10f-5e6a-4b1a-ad06-0e6d28634eca&quot;:{&quot;type&quot;:&quot;FIGURE_OBJECT&quot;,&quot;id&quot;:&quot;8204b10f-5e6a-4b1a-ad06-0e6d28634eca&quot;,&quot;parent&quot;:{&quot;type&quot;:&quot;CHILD&quot;,&quot;parentId&quot;:&quot;773a2670-c5f6-4d6a-b8d3-d23c3ecd2224&quot;,&quot;order&quot;:&quot;5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50,&quot;y&quot;:74.4,&quot;isEndPoint&quot;:true},{&quot;x&quot;:336.58,&quot;y&quot;:74.4,&quot;isEndPoint&quot;:true},{&quot;x&quot;:336.58,&quot;y&quot;:121.51,&quot;isEndPoint&quot;:true},{&quot;x&quot;:336.66999999999996,&quot;y&quot;:121.63000000000001,&quot;isEndPoint&quot;:true},{&quot;x&quot;:340.4493965795697,&quot;y&quot;:126.54176133330492,&quot;isEndPoint&quot;:false},{&quot;x&quot;:344.6666873194568,&quot;y&quot;:131.10045179975435,&quot;isEndPoint&quot;:false},{&quot;x&quot;:349.27000000000004,&quot;y&quot;:135.25000000000003,&quot;isEndPoint&quot;:true},{&quot;x&quot;:349.96000000000004,&quot;y&quot;:135.87000000000003,&quot;isEndPoint&quot;:true}],&quot;closed&quot;:true}},&quot;pathStyles&quot;:[{&quot;type&quot;:&quot;FILL&quot;,&quot;fillStyle&quot;:&quot;#002479&quot;}],&quot;opacity&quot;:1},&quot;5bed0c71-dcf9-426d-94a8-b482c8daa214&quot;:{&quot;type&quot;:&quot;FIGURE_OBJECT&quot;,&quot;id&quot;:&quot;5bed0c71-dcf9-426d-94a8-b482c8daa214&quot;,&quot;parent&quot;:{&quot;type&quot;:&quot;CHILD&quot;,&quot;parentId&quot;:&quot;773a2670-c5f6-4d6a-b8d3-d23c3ecd2224&quot;,&quot;order&quot;:&quot;5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03.71,&quot;y&quot;:47.13,&quot;isEndPoint&quot;:true},{&quot;x&quot;:290.33,&quot;y&quot;:47.13,&quot;isEndPoint&quot;:true},{&quot;x&quot;:290.33,&quot;y&quot;:49.9,&quot;isEndPoint&quot;:true},{&quot;x&quot;:290.40999999999997,&quot;y&quot;:50.019999999999996,&quot;isEndPoint&quot;:true},{&quot;x&quot;:294.46999999999997,&quot;y&quot;:55.309999999999995,&quot;isEndPoint&quot;:false},{&quot;x&quot;:298.57,&quot;y&quot;:61.25,&quot;isEndPoint&quot;:false},{&quot;x&quot;:302.93999999999994,&quot;y&quot;:68.16999999999999,&quot;isEndPoint&quot;:true},{&quot;x&quot;:303.7099999999999,&quot;y&quot;:69.39999999999999,&quot;isEndPoint&quot;:true}],&quot;closed&quot;:true}},&quot;pathStyles&quot;:[{&quot;type&quot;:&quot;FILL&quot;,&quot;fillStyle&quot;:&quot;#002479&quot;}],&quot;opacity&quot;:1},&quot;23b92e47-4139-498f-b8d8-0259229bd66e&quot;:{&quot;type&quot;:&quot;FIGURE_OBJECT&quot;,&quot;id&quot;:&quot;23b92e47-4139-498f-b8d8-0259229bd66e&quot;,&quot;parent&quot;:{&quot;type&quot;:&quot;CHILD&quot;,&quot;parentId&quot;:&quot;773a2670-c5f6-4d6a-b8d3-d23c3ecd2224&quot;,&quot;order&quot;:&quot;6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259.17,&quot;y&quot;:45.61,&quot;isEndPoint&quot;:true},{&quot;x&quot;:259.03000000000003,&quot;y&quot;:45.49,&quot;isEndPoint&quot;:true},{&quot;x&quot;:255.13574938766078,&quot;y&quot;:42.0789671330767,&quot;isEndPoint&quot;:false},{&quot;x&quot;:250.91158566726057,&quot;y&quot;:39.06410008441678,&quot;isEndPoint&quot;:false},{&quot;x&quot;:246.41999999999996,&quot;y&quot;:36.48999999999997,&quot;isEndPoint&quot;:true},{&quot;x&quot;:245.78999999999996,&quot;y&quot;:36.12999999999997,&quot;isEndPoint&quot;:true},{&quot;x&quot;:245.78999999999996,&quot;y&quot;:52.17,&quot;isEndPoint&quot;:true},{&quot;x&quot;:259.16999999999996,&quot;y&quot;:52.17,&quot;isEndPoint&quot;:true}],&quot;closed&quot;:true}},&quot;pathStyles&quot;:[{&quot;type&quot;:&quot;FILL&quot;,&quot;fillStyle&quot;:&quot;#002479&quot;}],&quot;opacity&quot;:1},&quot;69dbc49c-1b7b-459d-8a42-99be418ef09e&quot;:{&quot;type&quot;:&quot;FIGURE_OBJECT&quot;,&quot;id&quot;:&quot;69dbc49c-1b7b-459d-8a42-99be418ef09e&quot;,&quot;parent&quot;:{&quot;type&quot;:&quot;CHILD&quot;,&quot;parentId&quot;:&quot;773a2670-c5f6-4d6a-b8d3-d23c3ecd2224&quot;,&quot;order&quot;:&quot;6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212.93,&quot;y&quot;:27,&quot;isEndPoint&quot;:true},{&quot;x&quot;:212.53,&quot;y&quot;:27,&quot;isEndPoint&quot;:true},{&quot;x&quot;:211.13,&quot;y&quot;:26.92,&quot;isEndPoint&quot;:true},{&quot;x&quot;:210.13,&quot;y&quot;:26.860000000000003,&quot;isEndPoint&quot;:false},{&quot;x&quot;:209,&quot;y&quot;:26.790000000000003,&quot;isEndPoint&quot;:false},{&quot;x&quot;:207.87,&quot;y&quot;:26.790000000000003,&quot;isEndPoint&quot;:true},{&quot;x&quot;:205.2140090760144,&quot;y&quot;:26.804792562578868,&quot;isEndPoint&quot;:false},{&quot;x&quot;:202.5617744149381,&quot;y&quot;:26.991851934140925,&quot;isEndPoint&quot;:false},{&quot;x&quot;:199.92999999999995,&quot;y&quot;:27.35000000000001,&quot;isEndPoint&quot;:true},{&quot;x&quot;:199.55999999999995,&quot;y&quot;:27.40000000000001,&quot;isEndPoint&quot;:true},{&quot;x&quot;:199.55999999999995,&quot;y&quot;:83.47000000000001,&quot;isEndPoint&quot;:true},{&quot;x&quot;:213,&quot;y&quot;:83.47000000000001,&quot;isEndPoint&quot;:true}],&quot;closed&quot;:true}},&quot;pathStyles&quot;:[{&quot;type&quot;:&quot;FILL&quot;,&quot;fillStyle&quot;:&quot;#002479&quot;}],&quot;opacity&quot;:1},&quot;7c30e834-017c-4915-9a86-4131d77af643&quot;:{&quot;type&quot;:&quot;FIGURE_OBJECT&quot;,&quot;id&quot;:&quot;7c30e834-017c-4915-9a86-4131d77af643&quot;,&quot;parent&quot;:{&quot;type&quot;:&quot;CHILD&quot;,&quot;parentId&quot;:&quot;773a2670-c5f6-4d6a-b8d3-d23c3ecd2224&quot;,&quot;order&quot;:&quot;6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66.66,&quot;y&quot;:10.71,&quot;isEndPoint&quot;:true},{&quot;x&quot;:356.3537151222754,&quot;y&quot;:7.593358760428103,&quot;isEndPoint&quot;:false},{&quot;x&quot;:345.6369627836429,&quot;y&quot;:6.046020187470461,&quot;isEndPoint&quot;:false},{&quot;x&quot;:334.86999999999995,&quot;y&quot;:6.1200000000000045,&quot;isEndPoint&quot;:true},{&quot;x&quot;:334.79999999999995,&quot;y&quot;:6.1200000000000045,&quot;isEndPoint&quot;:true},{&quot;x&quot;:311.79999999999995,&quot;y&quot;:6.1200000000000045,&quot;isEndPoint&quot;:false},{&quot;x&quot;:292.29999999999995,&quot;y&quot;:14.750000000000005,&quot;isEndPoint&quot;:false},{&quot;x&quot;:275.2099999999999,&quot;y&quot;:32.45,&quot;isEndPoint&quot;:true},{&quot;x&quot;:275.2099999999999,&quot;y&quot;:32.45,&quot;isEndPoint&quot;:false},{&quot;x&quot;:284.62999999999994,&quot;y&quot;:42.61,&quot;isEndPoint&quot;:false},{&quot;x&quot;:289.2099999999999,&quot;y&quot;:48.45,&quot;isEndPoint&quot;:true},{&quot;x&quot;:289.2099999999999,&quot;y&quot;:48.45,&quot;isEndPoint&quot;:false},{&quot;x&quot;:299.2099999999999,&quot;y&quot;:39.6,&quot;isEndPoint&quot;:false},{&quot;x&quot;:303.4699999999999,&quot;y&quot;:36.82,&quot;isEndPoint&quot;:true},{&quot;x&quot;:312.73731358204407,&quot;y&quot;:30.6490780104669,&quot;isEndPoint&quot;:false},{&quot;x&quot;:323.64667229230133,&quot;y&quot;:27.408674433162773,&quot;isEndPoint&quot;:false},{&quot;x&quot;:334.78,&quot;y&quot;:27.52000000000001,&quot;isEndPoint&quot;:true},{&quot;x&quot;:335.17999999999995,&quot;y&quot;:27.52000000000001,&quot;isEndPoint&quot;:false},{&quot;x&quot;:336.59,&quot;y&quot;:27.61000000000001,&quot;isEndPoint&quot;:false},{&quot;x&quot;:336.91999999999996,&quot;y&quot;:27.62000000000001,&quot;isEndPoint&quot;:true},{&quot;x&quot;:341.0988051773297,&quot;y&quot;:27.697220626898712,&quot;isEndPoint&quot;:false},{&quot;x&quot;:345.2664627870022,&quot;y&quot;:28.07822541238602,&quot;isEndPoint&quot;:false},{&quot;x&quot;:349.3900000000002,&quot;y&quot;:28.76000000000002,&quot;isEndPoint&quot;:true},{&quot;x&quot;:355.18000000000023,&quot;y&quot;:29.76000000000002,&quot;isEndPoint&quot;:false},{&quot;x&quot;:366.62000000000023,&quot;y&quot;:33.76000000000002,&quot;isEndPoint&quot;:false},{&quot;x&quot;:366.62000000000023,&quot;y&quot;:33.76000000000002,&quot;isEndPoint&quot;:true}],&quot;closed&quot;:true}},&quot;pathStyles&quot;:[{&quot;type&quot;:&quot;FILL&quot;,&quot;fillStyle&quot;:&quot;#030351&quot;}],&quot;opacity&quot;:1},&quot;991484f6-2e15-4512-9ab5-ddef6db2452e&quot;:{&quot;type&quot;:&quot;FIGURE_OBJECT&quot;,&quot;id&quot;:&quot;991484f6-2e15-4512-9ab5-ddef6db2452e&quot;,&quot;parent&quot;:{&quot;type&quot;:&quot;CHILD&quot;,&quot;parentId&quot;:&quot;773a2670-c5f6-4d6a-b8d3-d23c3ecd2224&quot;,&quot;order&quot;:&quot;7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91.44,&quot;y&quot;:146.43,&quot;isEndPoint&quot;:true},{&quot;x&quot;:86.38463543927794,&quot;y&quot;:141.65321052475906,&quot;isEndPoint&quot;:false},{&quot;x&quot;:81.70416494303666,&quot;y&quot;:136.49466339925883,&quot;isEndPoint&quot;:false},{&quot;x&quot;:77.43999999999997,&quot;y&quot;:131,&quot;isEndPoint&quot;:true},{&quot;x&quot;:77.12999999999997,&quot;y&quot;:130.61,&quot;isEndPoint&quot;:true},{&quot;x&quot;:76.79999999999997,&quot;y&quot;:130.97000000000003,&quot;isEndPoint&quot;:true},{&quot;x&quot;:76.47999999999998,&quot;y&quot;:131.32000000000002,&quot;isEndPoint&quot;:false},{&quot;x&quot;:76.14999999999996,&quot;y&quot;:131.66000000000003,&quot;isEndPoint&quot;:false},{&quot;x&quot;:75.79999999999997,&quot;y&quot;:131.97000000000003,&quot;isEndPoint&quot;:true},{&quot;x&quot;:75.60999999999997,&quot;y&quot;:132.16000000000003,&quot;isEndPoint&quot;:true},{&quot;x&quot;:71.85251484537426,&quot;y&quot;:136.08392635758878,&quot;isEndPoint&quot;:false},{&quot;x&quot;:67.67394880640714,&quot;y&quot;:139.58171478346574,&quot;isEndPoint&quot;:false},{&quot;x&quot;:63.14999999999993,&quot;y&quot;:142.5900000000001,&quot;isEndPoint&quot;:true},{&quot;x&quot;:53.88923323977363,&quot;y&quot;:148.7669349330322,&quot;isEndPoint&quot;:false},{&quot;x&quot;:42.98114563164461,&quot;y&quot;:152.00799610733253,&quot;isEndPoint&quot;:false},{&quot;x&quot;:31.849999999999998,&quot;y&quot;:151.89000000000004,&quot;isEndPoint&quot;:true},{&quot;x&quot;:31.439999999999998,&quot;y&quot;:151.89000000000004,&quot;isEndPoint&quot;:false},{&quot;x&quot;:31.06,&quot;y&quot;:151.89000000000004,&quot;isEndPoint&quot;:false},{&quot;x&quot;:30.669999999999998,&quot;y&quot;:151.89000000000004,&quot;isEndPoint&quot;:true},{&quot;x&quot;:30.279999999999998,&quot;y&quot;:151.89000000000004,&quot;isEndPoint&quot;:false},{&quot;x&quot;:30.04,&quot;y&quot;:151.89000000000004,&quot;isEndPoint&quot;:false},{&quot;x&quot;:29.669999999999998,&quot;y&quot;:151.89000000000004,&quot;isEndPoint&quot;:true},{&quot;x&quot;:25.487708539228937,&quot;y&quot;:151.80816577475775,&quot;isEndPoint&quot;:false},{&quot;x&quot;:21.316819184443546,&quot;y&quot;:151.42382901530237,&quot;isEndPoint&quot;:false},{&quot;x&quot;:17.19000000000014,&quot;y&quot;:150.74000000000007,&quot;isEndPoint&quot;:true},{&quot;x&quot;:11.278927546541883,&quot;y&quot;:149.68405115485865,&quot;isEndPoint&quot;:false},{&quot;x&quot;:5.510349958589579,&quot;y&quot;:147.94575959548735,&quot;isEndPoint&quot;:false},{&quot;x&quot;:1.0302869668521453e-13,&quot;y&quot;:145.56000000000006,&quot;isEndPoint&quot;:true},{&quot;x&quot;:1.0302869668521453e-13,&quot;y&quot;:168.69000000000005,&quot;isEndPoint&quot;:true},{&quot;x&quot;:10.30162329214857,&quot;y&quot;:171.83711630168585,&quot;isEndPoint&quot;:false},{&quot;x&quot;:21.01847385020298,&quot;y&quot;:173.41480930614307,&quot;isEndPoint&quot;:false},{&quot;x&quot;:31.78999999999985,&quot;y&quot;:173.37,&quot;isEndPoint&quot;:true},{&quot;x&quot;:31.85999999999985,&quot;y&quot;:173.37,&quot;isEndPoint&quot;:true},{&quot;x&quot;:54.85999999999985,&quot;y&quot;:173.37,&quot;isEndPoint&quot;:false},{&quot;x&quot;:74.35999999999984,&quot;y&quot;:164.74,&quot;isEndPoint&quot;:false},{&quot;x&quot;:91.45999999999985,&quot;y&quot;:147.03,&quot;isEndPoint&quot;:true},{&quot;x&quot;:91.74999999999986,&quot;y&quot;:146.73,&quot;isEndPoint&quot;:true}],&quot;closed&quot;:true}},&quot;pathStyles&quot;:[{&quot;type&quot;:&quot;FILL&quot;,&quot;fillStyle&quot;:&quot;#002479&quot;}],&quot;opacity&quot;:1},&quot;5cdb5d7f-911f-4900-8fd4-d6e8f2bfe240&quot;:{&quot;type&quot;:&quot;FIGURE_OBJECT&quot;,&quot;id&quot;:&quot;5cdb5d7f-911f-4900-8fd4-d6e8f2bfe240&quot;,&quot;parent&quot;:{&quot;type&quot;:&quot;CHILD&quot;,&quot;parentId&quot;:&quot;773a2670-c5f6-4d6a-b8d3-d23c3ecd2224&quot;,&quot;order&quot;:&quot;72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07.12,&quot;y&quot;:85.46,&quot;isEndPoint&quot;:true},{&quot;x&quot;:101.98,&quot;y&quot;:94.52,&quot;isEndPoint&quot;:false},{&quot;x&quot;:96.12,&quot;y&quot;:104.78999999999999,&quot;isEndPoint&quot;:false},{&quot;x&quot;:90.04,&quot;y&quot;:113.91,&quot;isEndPoint&quot;:true},{&quot;x&quot;:104.81,&quot;y&quot;:130.82999999999998,&quot;isEndPoint&quot;:true},{&quot;x&quot;:105.98,&quot;y&quot;:129.20999999999998,&quot;isEndPoint&quot;:false},{&quot;x&quot;:107.14,&quot;y&quot;:127.54999999999998,&quot;isEndPoint&quot;:false},{&quot;x&quot;:108.26,&quot;y&quot;:125.88999999999999,&quot;isEndPoint&quot;:true},{&quot;x&quot;:112.12,&quot;y&quot;:120.14999999999999,&quot;isEndPoint&quot;:false},{&quot;x&quot;:124.53,&quot;y&quot;:99.07,&quot;isEndPoint&quot;:false},{&quot;x&quot;:126.35000000000001,&quot;y&quot;:95.88999999999999,&quot;isEndPoint&quot;:true},{&quot;x&quot;:135,&quot;y&quot;:80.7,&quot;isEndPoint&quot;:false},{&quot;x&quot;:143.84,&quot;y&quot;:65,&quot;isEndPoint&quot;:false},{&quot;x&quot;:154.4,&quot;y&quot;:52.9,&quot;isEndPoint&quot;:true},{&quot;x&quot;:158.13781969830802,&quot;y&quot;:48.53141661436559,&quot;isEndPoint&quot;:false},{&quot;x&quot;:162.31663549504384,&quot;y&quot;:44.56036872412345,&quot;isEndPoint&quot;:false},{&quot;x&quot;:166.8700000000001,&quot;y&quot;:41.04999999999991,&quot;isEndPoint&quot;:true},{&quot;x&quot;:171.88578540620404,&quot;y&quot;:37.225914480582375,&quot;isEndPoint&quot;:false},{&quot;x&quot;:177.4885011591943,&quot;y&quot;:34.24050114384736,&quot;isEndPoint&quot;:false},{&quot;x&quot;:183.45999999999998,&quot;y&quot;:32.21000000000002,&quot;isEndPoint&quot;:true},{&quot;x&quot;:186.39722950771255,&quot;y&quot;:31.112672415490394,&quot;isEndPoint&quot;:false},{&quot;x&quot;:189.4037840341981,&quot;y&quot;:30.210706057544726,&quot;isEndPoint&quot;:false},{&quot;x&quot;:192.46000000000015,&quot;y&quot;:29.509999999999962,&quot;isEndPoint&quot;:true},{&quot;x&quot;:192.46000000000015,&quot;y&quot;:7.32,&quot;isEndPoint&quot;:true},{&quot;x&quot;:143.52,&quot;y&quot;:14.7,&quot;isEndPoint&quot;:false},{&quot;x&quot;:123.29,&quot;y&quot;:57,&quot;isEndPoint&quot;:false},{&quot;x&quot;:107.12,&quot;y&quot;:85.46,&quot;isEndPoint&quot;:true}],&quot;closed&quot;:true}},&quot;pathStyles&quot;:[{&quot;type&quot;:&quot;FILL&quot;,&quot;fillStyle&quot;:&quot;#002479&quot;}],&quot;opacity&quot;:1},&quot;6507544e-35e7-4bc5-9987-4faef4fdbe85&quot;:{&quot;type&quot;:&quot;FIGURE_OBJECT&quot;,&quot;id&quot;:&quot;6507544e-35e7-4bc5-9987-4faef4fdbe85&quot;,&quot;parent&quot;:{&quot;type&quot;:&quot;CHILD&quot;,&quot;parentId&quot;:&quot;773a2670-c5f6-4d6a-b8d3-d23c3ecd2224&quot;,&quot;order&quot;:&quot;75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261.85,&quot;y&quot;:48.65,&quot;isEndPoint&quot;:true},{&quot;x&quot;:260.70000000000005,&quot;y&quot;:50.26,&quot;isEndPoint&quot;:false},{&quot;x&quot;:259.54,&quot;y&quot;:51.92,&quot;isEndPoint&quot;:false},{&quot;x&quot;:258.41,&quot;y&quot;:53.589999999999996,&quot;isEndPoint&quot;:true},{&quot;x&quot;:254.56000000000003,&quot;y&quot;:59.29,&quot;isEndPoint&quot;:false},{&quot;x&quot;:250.70000000000002,&quot;y&quot;:65.59,&quot;isEndPoint&quot;:false},{&quot;x&quot;:245.87000000000003,&quot;y&quot;:73.89999999999999,&quot;isEndPoint&quot;:true},{&quot;x&quot;:243.05000000000004,&quot;y&quot;:78.78999999999999,&quot;isEndPoint&quot;:false},{&quot;x&quot;:240.32000000000002,&quot;y&quot;:83.63,&quot;isEndPoint&quot;:true},{&quot;x&quot;:231.71000000000004,&quot;y&quot;:98.78999999999999,&quot;isEndPoint&quot;:false},{&quot;x&quot;:222.82000000000002,&quot;y&quot;:114.47,&quot;isEndPoint&quot;:false},{&quot;x&quot;:212.26000000000002,&quot;y&quot;:126.63,&quot;isEndPoint&quot;:true},{&quot;x&quot;:208.52771506003774,&quot;y&quot;:131.00033494483148,&quot;isEndPoint&quot;:false},{&quot;x&quot;:204.3520222315104,&quot;y&quot;:134.97159979379205,&quot;isEndPoint&quot;:false},{&quot;x&quot;:199.80000000000004,&quot;y&quot;:138.48000000000002,&quot;isEndPoint&quot;:true},{&quot;x&quot;:194.62000000000003,&quot;y&quot;:142.39000000000001,&quot;isEndPoint&quot;:false},{&quot;x&quot;:181.53000000000003,&quot;y&quot;:148.07000000000002,&quot;isEndPoint&quot;:false},{&quot;x&quot;:180.80000000000004,&quot;y&quot;:148.34000000000003,&quot;isEndPoint&quot;:true},{&quot;x&quot;:180.80000000000004,&quot;y&quot;:170.34000000000003,&quot;isEndPoint&quot;:true},{&quot;x&quot;:183.45000000000005,&quot;y&quot;:169.60000000000002,&quot;isEndPoint&quot;:true},{&quot;x&quot;:221.64000000000004,&quot;y&quot;:160.82000000000002,&quot;isEndPoint&quot;:false},{&quot;x&quot;:241.77000000000004,&quot;y&quot;:125.34000000000003,&quot;isEndPoint&quot;:false},{&quot;x&quot;:259.53000000000003,&quot;y&quot;:94.03000000000003,&quot;isEndPoint&quot;:true},{&quot;x&quot;:265.72,&quot;y&quot;:83.11000000000003,&quot;isEndPoint&quot;:false},{&quot;x&quot;:276.78000000000003,&quot;y&quot;:65.33000000000003,&quot;isEndPoint&quot;:false},{&quot;x&quot;:276.78000000000003,&quot;y&quot;:65.33000000000003,&quot;isEndPoint&quot;:true}],&quot;closed&quot;:true}},&quot;pathStyles&quot;:[{&quot;type&quot;:&quot;FILL&quot;,&quot;fillStyle&quot;:&quot;#030351&quot;}],&quot;opacity&quot;:1},&quot;025fee91-474a-439b-9477-f478f8e07625&quot;:{&quot;type&quot;:&quot;FIGURE_OBJECT&quot;,&quot;id&quot;:&quot;025fee91-474a-439b-9477-f478f8e07625&quot;,&quot;parent&quot;:{&quot;type&quot;:&quot;CHILD&quot;,&quot;parentId&quot;:&quot;773a2670-c5f6-4d6a-b8d3-d23c3ecd2224&quot;,&quot;order&quot;:&quot;8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66.63,&quot;y&quot;:151.29,&quot;isEndPoint&quot;:true},{&quot;x&quot;:164.03146878794274,&quot;y&quot;:151.64422106225862,&quot;isEndPoint&quot;:false},{&quot;x&quot;:161.41253536723787,&quot;y&quot;:151.82794725886419,&quot;isEndPoint&quot;:false},{&quot;x&quot;:158.78999999999982,&quot;y&quot;:151.84000000000003,&quot;isEndPoint&quot;:true},{&quot;x&quot;:157.6799999999998,&quot;y&quot;:151.84000000000003,&quot;isEndPoint&quot;:false},{&quot;x&quot;:154.63999999999982,&quot;y&quot;:151.66000000000003,&quot;isEndPoint&quot;:false},{&quot;x&quot;:154.16999999999982,&quot;y&quot;:151.63000000000002,&quot;isEndPoint&quot;:true},{&quot;x&quot;:145.4577840126345,&quot;y&quot;:151.28025696721906,&quot;isEndPoint&quot;:false},{&quot;x&quot;:136.86856889990503,&quot;y&quot;:149.45082177982275,&quot;isEndPoint&quot;:false},{&quot;x&quot;:128.77000000000004,&quot;y&quot;:146.22000000000003,&quot;isEndPoint&quot;:true},{&quot;x&quot;:125.98625598697524,&quot;y&quot;:145.08667752959292,&quot;isEndPoint&quot;:false},{&quot;x&quot;:123.27744952445175,&quot;y&quot;:143.77736540467401,&quot;isEndPoint&quot;:false},{&quot;x&quot;:120.65999999999994,&quot;y&quot;:142.29999999999998,&quot;isEndPoint&quot;:true},{&quot;x&quot;:116.21327892615184,&quot;y&quot;:139.7469176912137,&quot;isEndPoint&quot;:false},{&quot;x&quot;:112.03546041417886,&quot;y&quot;:136.75175349738544,&quot;isEndPoint&quot;:false},{&quot;x&quot;:108.19,&quot;y&quot;:133.36000000000004,&quot;isEndPoint&quot;:true},{&quot;x&quot;:104.34453958582114,&quot;y&quot;:129.96824650261465,&quot;isEndPoint&quot;:false},{&quot;x&quot;:105.78,&quot;y&quot;:131.27000000000004,&quot;isEndPoint&quot;:false},{&quot;x&quot;:104.75999999999999,&quot;y&quot;:130.29000000000005,&quot;isEndPoint&quot;:true},{&quot;x&quot;:99.62875000758602,&quot;y&quot;:125.24123713396696,&quot;isEndPoint&quot;:false},{&quot;x&quot;:94.94456837550796,&quot;y&quot;:119.75739878041273,&quot;isEndPoint&quot;:false},{&quot;x&quot;:90.75999999999993,&quot;y&quot;:113.89999999999999,&quot;isEndPoint&quot;:true},{&quot;x&quot;:83.75999999999993,&quot;y&quot;:104.24999999999999,&quot;isEndPoint&quot;:false},{&quot;x&quot;:70.96999999999994,&quot;y&quot;:82.63,&quot;isEndPoint&quot;:false},{&quot;x&quot;:70.96999999999994,&quot;y&quot;:82.63,&quot;isEndPoint&quot;:true},{&quot;x&quot;:54.3,&quot;y&quot;:54.37,&quot;isEndPoint&quot;:false},{&quot;x&quot;:34.88,&quot;y&quot;:22.21,&quot;isEndPoint&quot;:false},{&quot;x&quot;:0,&quot;y&quot;:10.71,&quot;isEndPoint&quot;:true},{&quot;x&quot;:0,&quot;y&quot;:33.81,&quot;isEndPoint&quot;:true},{&quot;x&quot;:6.116535402331188,&quot;y&quot;:36.62509163687658,&quot;isEndPoint&quot;:false},{&quot;x&quot;:11.781547807290053,&quot;y&quot;:40.33211938551118,&quot;isEndPoint&quot;:false},{&quot;x&quot;:16.809999999999924,&quot;y&quot;:44.809999999999945,&quot;isEndPoint&quot;:true},{&quot;x&quot;:21.37406658658638,&quot;y&quot;:48.9286699697045,&quot;isEndPoint&quot;:false},{&quot;x&quot;:25.557654983035874,&quot;y&quot;:53.45029230858711,&quot;isEndPoint&quot;:false},{&quot;x&quot;:29.30999999999989,&quot;y&quot;:58.319999999999894,&quot;isEndPoint&quot;:true},{&quot;x&quot;:37.429999999999886,&quot;y&quot;:68.7199999999999,&quot;isEndPoint&quot;:false},{&quot;x&quot;:44.77999999999989,&quot;y&quot;:81.19999999999989,&quot;isEndPoint&quot;:false},{&quot;x&quot;:51.88999999999989,&quot;y&quot;:93.3199999999999,&quot;isEndPoint&quot;:true},{&quot;x&quot;:51.88999999999989,&quot;y&quot;:93.3199999999999,&quot;isEndPoint&quot;:false},{&quot;x&quot;:59.77999999999989,&quot;y&quot;:106.6399999999999,&quot;isEndPoint&quot;:false},{&quot;x&quot;:62.999999999999886,&quot;y&quot;:111.75999999999989,&quot;isEndPoint&quot;:true},{&quot;x&quot;:67.40999999999988,&quot;y&quot;:118.75999999999989,&quot;isEndPoint&quot;:false},{&quot;x&quot;:75.84999999999988,&quot;y&quot;:130.3299999999999,&quot;isEndPoint&quot;:false},{&quot;x&quot;:75.84999999999988,&quot;y&quot;:130.3299999999999,&quot;isEndPoint&quot;:true},{&quot;x&quot;:76.11999999999988,&quot;y&quot;:130.6899999999999,&quot;isEndPoint&quot;:false},{&quot;x&quot;:76.38999999999989,&quot;y&quot;:131.0499999999999,&quot;isEndPoint&quot;:false},{&quot;x&quot;:76.66999999999987,&quot;y&quot;:131.3999999999999,&quot;isEndPoint&quot;:true},{&quot;x&quot;:76.75999999999988,&quot;y&quot;:131.5199999999999,&quot;isEndPoint&quot;:true},{&quot;x&quot;:81.05802167461496,&quot;y&quot;:137.05092896047927,&quot;isEndPoint&quot;:false},{&quot;x&quot;:85.775280254745,&quot;y&quot;:142.24292228077832,&quot;isEndPoint&quot;:false},{&quot;x&quot;:90.87000000000002,&quot;y&quot;:147.05,&quot;isEndPoint&quot;:true},{&quot;x&quot;:98.05449613581743,&quot;y&quot;:153.87010345203657,&quot;isEndPoint&quot;:false},{&quot;x&quot;:106.23894928983198,&quot;y&quot;:159.55234637107841,&quot;isEndPoint&quot;:false},{&quot;x&quot;:115.13999999999999,&quot;y&quot;:163.89999999999998,&quot;isEndPoint&quot;:true},{&quot;x&quot;:128.23999999999998,&quot;y&quot;:170.20999999999998,&quot;isEndPoint&quot;:false},{&quot;x&quot;:142.48999999999998,&quot;y&quot;:173.28999999999996,&quot;isEndPoint&quot;:false},{&quot;x&quot;:158.73,&quot;y&quot;:173.28999999999996,&quot;isEndPoint&quot;:true},{&quot;x&quot;:158.81,&quot;y&quot;:173.28999999999996,&quot;isEndPoint&quot;:true},{&quot;x&quot;:166.24552338802687,&quot;y&quot;:173.293425703514,&quot;isEndPoint&quot;:false},{&quot;x&quot;:173.64687339462702,&quot;y&quot;:172.284150702614,&quot;isEndPoint&quot;:false},{&quot;x&quot;:180.81000000000003,&quot;y&quot;:170.28999999999996,&quot;isEndPoint&quot;:true},{&quot;x&quot;:180.81000000000003,&quot;y&quot;:148.28999999999996,&quot;isEndPoint&quot;:true},{&quot;x&quot;:176.49,&quot;y&quot;:149.91,&quot;isEndPoint&quot;:false},{&quot;x&quot;:171.79,&quot;y&quot;:150.62,&quot;isEndPoint&quot;:false},{&quot;x&quot;:166.63,&quot;y&quot;:151.29,&quot;isEndPoint&quot;:true}],&quot;closed&quot;:true}},&quot;pathStyles&quot;:[{&quot;type&quot;:&quot;FILL&quot;,&quot;fillStyle&quot;:&quot;#030351&quot;}],&quot;opacity&quot;:1},&quot;13c12ad0-7c09-4465-b8fc-cfb1a2978ac8&quot;:{&quot;type&quot;:&quot;FIGURE_OBJECT&quot;,&quot;id&quot;:&quot;13c12ad0-7c09-4465-b8fc-cfb1a2978ac8&quot;,&quot;parent&quot;:{&quot;type&quot;:&quot;CHILD&quot;,&quot;parentId&quot;:&quot;773a2670-c5f6-4d6a-b8d3-d23c3ecd2224&quot;,&quot;order&quot;:&quot;9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366.67,&quot;y&quot;:145.56,&quot;isEndPoint&quot;:true},{&quot;x&quot;:360.6131348680971,&quot;y&quot;:142.79813333913432,&quot;isEndPoint&quot;:false},{&quot;x&quot;:354.99617060316484,&quot;y&quot;:139.15906830846436,&quot;isEndPoint&quot;:false},{&quot;x&quot;:350.00000000000006,&quot;y&quot;:134.76000000000002,&quot;isEndPoint&quot;:true},{&quot;x&quot;:349.86000000000007,&quot;y&quot;:134.63000000000002,&quot;isEndPoint&quot;:true},{&quot;x&quot;:345.2985245510156,&quot;y&quot;:130.51177371779596,&quot;isEndPoint&quot;:false},{&quot;x&quot;:341.118219022575,&quot;y&quot;:125.99008214940262,&quot;isEndPoint&quot;:false},{&quot;x&quot;:337.37,&quot;y&quot;:121.12,&quot;isEndPoint&quot;:true},{&quot;x&quot;:329.24,&quot;y&quot;:110.71000000000001,&quot;isEndPoint&quot;:false},{&quot;x&quot;:321.89,&quot;y&quot;:98.23,&quot;isEndPoint&quot;:false},{&quot;x&quot;:314.79,&quot;y&quot;:86.12,&quot;isEndPoint&quot;:true},{&quot;x&quot;:311.43,&quot;y&quot;:80.42,&quot;isEndPoint&quot;:false},{&quot;x&quot;:307.62,&quot;y&quot;:73.95,&quot;isEndPoint&quot;:false},{&quot;x&quot;:303.67,&quot;y&quot;:67.69,&quot;isEndPoint&quot;:true},{&quot;x&quot;:299.29,&quot;y&quot;:60.69,&quot;isEndPoint&quot;:false},{&quot;x&quot;:289.92,&quot;y&quot;:47.92999999999999,&quot;isEndPoint&quot;:false},{&quot;x&quot;:289.92,&quot;y&quot;:47.92999999999999,&quot;isEndPoint&quot;:true},{&quot;x&quot;:285.6143580455279,&quot;y&quot;:42.41488373521966,&quot;isEndPoint&quot;:false},{&quot;x&quot;:280.8939767359238,&quot;y&quot;:37.23650508891882,&quot;isEndPoint&quot;:false},{&quot;x&quot;:275.8000000000001,&quot;y&quot;:32.4400000000001,&quot;isEndPoint&quot;:true},{&quot;x&quot;:256.92,&quot;y&quot;:14.78,&quot;isEndPoint&quot;:false},{&quot;x&quot;:234.73,&quot;y&quot;:6.2,&quot;isEndPoint&quot;:false},{&quot;x&quot;:207.94,&quot;y&quot;:6.2,&quot;isEndPoint&quot;:true},{&quot;x&quot;:207.85999999999999,&quot;y&quot;:6.2,&quot;isEndPoint&quot;:true},{&quot;x&quot;:202.70921194906367,&quot;y&quot;:6.187998250893472,&quot;isEndPoint&quot;:false},{&quot;x&quot;:197.56477932979575,&quot;y&quot;:6.5623819112950486,&quot;isEndPoint&quot;:false},{&quot;x&quot;:192.46999999999974,&quot;y&quot;:7.320000000000022,&quot;isEndPoint&quot;:true},{&quot;x&quot;:192.46999999999974,&quot;y&quot;:29.51,&quot;isEndPoint&quot;:true},{&quot;x&quot;:194.83999999999975,&quot;y&quot;:28.970000000000002,&quot;isEndPoint&quot;:false},{&quot;x&quot;:197.29999999999976,&quot;y&quot;:28.51,&quot;isEndPoint&quot;:false},{&quot;x&quot;:200.03999999999974,&quot;y&quot;:28.19,&quot;isEndPoint&quot;:true},{&quot;x&quot;:202.6351472752417,&quot;y&quot;:27.835472530225786,&quot;isEndPoint&quot;:false},{&quot;x&quot;:205.25077469706127,&quot;y&quot;:27.651743911834885,&quot;isEndPoint&quot;:false},{&quot;x&quot;:207.8699999999999,&quot;y&quot;:27.640000000000008,&quot;isEndPoint&quot;:true},{&quot;x&quot;:208.96999999999989,&quot;y&quot;:27.640000000000008,&quot;isEndPoint&quot;:false},{&quot;x&quot;:212.0199999999999,&quot;y&quot;:27.820000000000007,&quot;isEndPoint&quot;:false},{&quot;x&quot;:212.4899999999999,&quot;y&quot;:27.85000000000001,&quot;isEndPoint&quot;:true},{&quot;x&quot;:225.1099999999999,&quot;y&quot;:28.460000000000008,&quot;isEndPoint&quot;:false},{&quot;x&quot;:236.06999999999988,&quot;y&quot;:31.52000000000001,&quot;isEndPoint&quot;:false},{&quot;x&quot;:245.9999999999999,&quot;y&quot;:37.18000000000001,&quot;isEndPoint&quot;:true},{&quot;x&quot;:250.44742011862323,&quot;y&quot;:39.73682961085373,&quot;isEndPoint&quot;:false},{&quot;x&quot;:254.62819313285394,&quot;y&quot;:42.73171027970171,&quot;isEndPoint&quot;:false},{&quot;x&quot;:258.48,&quot;y&quot;:46.12000000000006,&quot;isEndPoint&quot;:true},{&quot;x&quot;:262.3318068671461,&quot;y&quot;:49.508289720298414,&quot;isEndPoint&quot;:false},{&quot;x&quot;:260.87,&quot;y&quot;:48.20000000000006,&quot;isEndPoint&quot;:false},{&quot;x&quot;:261.90000000000003,&quot;y&quot;:49.19000000000006,&quot;isEndPoint&quot;:true},{&quot;x&quot;:267.02913043409586,&quot;y&quot;:54.240737865111015,&quot;isEndPoint&quot;:false},{&quot;x&quot;:271.71314957263075,&quot;y&quot;:59.724385985152935,&quot;isEndPoint&quot;:false},{&quot;x&quot;:275.9,&quot;y&quot;:65.58,&quot;isEndPoint&quot;:true},{&quot;x&quot;:283,&quot;y&quot;:75.32,&quot;isEndPoint&quot;:false},{&quot;x&quot;:289.45,&quot;y&quot;:86.25999999999999,&quot;isEndPoint&quot;:false},{&quot;x&quot;:295.67999999999995,&quot;y&quot;:96.85,&quot;isEndPoint&quot;:true},{&quot;x&quot;:312.3299999999999,&quot;y&quot;:125.11,&quot;isEndPoint&quot;:false},{&quot;x&quot;:331.74999999999994,&quot;y&quot;:157.2,&quot;isEndPoint&quot;:false},{&quot;x&quot;:366.61999999999995,&quot;y&quot;:168.69,&quot;isEndPoint&quot;:true}],&quot;closed&quot;:true}},&quot;pathStyles&quot;:[{&quot;type&quot;:&quot;FILL&quot;,&quot;fillStyle&quot;:&quot;#002479&quot;}],&quot;opacity&quot;:1},&quot;4ff18e42-9d9b-467e-8c60-11ba33b639d3&quot;:{&quot;type&quot;:&quot;FIGURE_OBJECT&quot;,&quot;id&quot;:&quot;4ff18e42-9d9b-467e-8c60-11ba33b639d3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7f8603d9-310a-42f6-b4a5-4d85410bc5f4&quot;,&quot;order&quot;:&quot;800000004995&quot;},&quot;source&quot;:{&quot;id&quot;:&quot;6254ceb3fc98fe4c9f4ddf93&quot;,&quot;type&quot;:&quot;TEMPLATES&quot;}},&quot;7f8603d9-310a-42f6-b4a5-4d85410bc5f4&quot;:{&quot;id&quot;:&quot;7f8603d9-310a-42f6-b4a5-4d85410bc5f4&quot;,&quot;type&quot;:&quot;FIGURE_OBJECT&quot;,&quot;document&quot;:{&quot;type&quot;:&quot;DOCUMENT_GROUP&quot;,&quot;canvasType&quot;:&quot;FIGURE&quot;,&quot;units&quot;:&quot;in&quot;},&quot;source&quot;:{&quot;id&quot;:&quot;6254ceb3fc98fe4c9f4ddf93&quot;,&quot;type&quot;:&quot;TEMPLATES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b244aeb0-a687-4235-86ba-cbdb9ea6c1f3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b244aeb0-a687-4235-86ba-cbdb9ea6c1f3&quot;:{&quot;type&quot;:&quot;FIGURE_OBJECT&quot;,&quot;id&quot;:&quot;b244aeb0-a687-4235-86ba-cbdb9ea6c1f3&quot;,&quot;relativeTransform&quot;:{&quot;translate&quot;:{&quot;x&quot;:-11.625052507038845,&quot;y&quot;:-44.265000000000256},&quot;rotate&quot;:0},&quot;opacity&quot;:1,&quot;path&quot;:{&quot;type&quot;:&quot;POLY_LINE&quot;,&quot;points&quot;:[{&quot;x&quot;:-323.8729474929611,&quot;y&quot;:0},{&quot;x&quot;:323.8729474929611,&quot;y&quot;:0}],&quot;closed&quot;:false},&quot;pathStyles&quot;:[{&quot;type&quot;:&quot;FILL&quot;,&quot;fillStyle&quot;:&quot;transparent&quot;},{&quot;type&quot;:&quot;STROKE&quot;,&quot;strokeStyle&quot;:&quot;rgba(187,187,188,1)&quot;,&quot;lineWidth&quot;:1.5,&quot;lineJoin&quot;:&quot;round&quot;,&quot;dashArray&quot;:[5,5]}],&quot;isLocked&quot;:false,&quot;parent&quot;:{&quot;type&quot;:&quot;CHILD&quot;,&quot;parentId&quot;:&quot;36b67b16-22d6-4470-aa3b-ec18c03ca32f&quot;,&quot;order&quot;:&quot;902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e779fa5f-4a60-4b5e-957a-af8471e29a1e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e779fa5f-4a60-4b5e-957a-af8471e29a1e&quot;:{&quot;type&quot;:&quot;FIGURE_OBJECT&quot;,&quot;id&quot;:&quot;e779fa5f-4a60-4b5e-957a-af8471e29a1e&quot;,&quot;relativeTransform&quot;:{&quot;translate&quot;:{&quot;x&quot;:-11.625052507038845,&quot;y&quot;:93.63999999999983},&quot;rotate&quot;:0},&quot;opacity&quot;:1,&quot;path&quot;:{&quot;type&quot;:&quot;POLY_LINE&quot;,&quot;points&quot;:[{&quot;x&quot;:-323.8729474929611,&quot;y&quot;:0},{&quot;x&quot;:323.8729474929611,&quot;y&quot;:0}],&quot;closed&quot;:false},&quot;pathStyles&quot;:[{&quot;type&quot;:&quot;FILL&quot;,&quot;fillStyle&quot;:&quot;transparent&quot;},{&quot;type&quot;:&quot;STROKE&quot;,&quot;strokeStyle&quot;:&quot;rgba(187,187,188,1)&quot;,&quot;lineWidth&quot;:1.5,&quot;lineJoin&quot;:&quot;round&quot;,&quot;dashArray&quot;:[5,5]}],&quot;isLocked&quot;:false,&quot;parent&quot;:{&quot;type&quot;:&quot;CHILD&quot;,&quot;parentId&quot;:&quot;36b67b16-22d6-4470-aa3b-ec18c03ca32f&quot;,&quot;order&quot;:&quot;90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2f971bc0-03e3-4803-82f6-15792a5872ca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2f971bc0-03e3-4803-82f6-15792a5872ca&quot;:{&quot;type&quot;:&quot;FIGURE_OBJECT&quot;,&quot;id&quot;:&quot;2f971bc0-03e3-4803-82f6-15792a5872ca&quot;,&quot;relativeTransform&quot;:{&quot;translate&quot;:{&quot;x&quot;:-88.8755498791486,&quot;y&quot;:56.52225600891116},&quot;rotate&quot;:0},&quot;opacity&quot;:1,&quot;path&quot;:{&quot;type&quot;:&quot;POLY_LINE&quot;,&quot;points&quot;:[{&quot;x&quot;:-45.05609436052464,&quot;y&quot;:-5.822354576840212},{&quot;x&quot;:-45.05609436052464,&quot;y&quot;:5.822354576840212},{&quot;x&quot;:45.05609436052464,&quot;y&quot;:5.822354576840212},{&quot;x&quot;:45.05609436052464,&quot;y&quot;:-5.822354576840212}],&quot;closed&quot;:false},&quot;pathStyles&quot;:[{&quot;type&quot;:&quot;FILL&quot;,&quot;fillStyle&quot;:&quot;transparent&quot;},{&quot;type&quot;:&quot;STROKE&quot;,&quot;strokeStyle&quot;:&quot;rgba(70,69,70,1)&quot;,&quot;lineWidth&quot;:1,&quot;lineJoin&quot;:&quot;round&quot;}],&quot;isLocked&quot;:false,&quot;parent&quot;:{&quot;type&quot;:&quot;CHILD&quot;,&quot;parentId&quot;:&quot;36b67b16-22d6-4470-aa3b-ec18c03ca32f&quot;,&quot;order&quot;:&quot;917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eca8a878-b126-4ac9-a589-3ef16fa74e73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eca8a878-b126-4ac9-a589-3ef16fa74e73&quot;:{&quot;type&quot;:&quot;FIGURE_OBJECT&quot;,&quot;id&quot;:&quot;eca8a878-b126-4ac9-a589-3ef16fa74e73&quot;,&quot;relativeTransform&quot;:{&quot;translate&quot;:{&quot;x&quot;:54.003882975808665,&quot;y&quot;:139.80773590641724},&quot;rotate&quot;:0},&quot;opacity&quot;:1,&quot;path&quot;:{&quot;type&quot;:&quot;POLY_LINE&quot;,&quot;points&quot;:[{&quot;x&quot;:-194.5193344329299,&quot;y&quot;:0},{&quot;x&quot;:194.51933443293,&quot;y&quot;:0}],&quot;closed&quot;:false},&quot;pathStyles&quot;:[{&quot;type&quot;:&quot;FILL&quot;,&quot;fillStyle&quot;:&quot;transparent&quot;},{&quot;type&quot;:&quot;STROKE&quot;,&quot;strokeStyle&quot;:&quot;rgba(79, 97, 156, 0.9725490196078431)&quot;,&quot;lineWidth&quot;:3.786553301248629,&quot;lineJoin&quot;:&quot;round&quot;,&quot;dashArray&quot;:[0,0]}],&quot;isLocked&quot;:false,&quot;parent&quot;:{&quot;type&quot;:&quot;CHILD&quot;,&quot;parentId&quot;:&quot;36b67b16-22d6-4470-aa3b-ec18c03ca32f&quot;,&quot;order&quot;:&quot;922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802cd939-da6a-4b0e-bd31-80502da69b74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802cd939-da6a-4b0e-bd31-80502da69b74&quot;:{&quot;type&quot;:&quot;FIGURE_OBJECT&quot;,&quot;id&quot;:&quot;802cd939-da6a-4b0e-bd31-80502da69b74&quot;,&quot;relativeTransform&quot;:{&quot;translate&quot;:{&quot;x&quot;:-88.87554987914864,&quot;y&quot;:139.80773590641763},&quot;rotate&quot;:0},&quot;layout&quot;:{&quot;sizeRatio&quot;:{&quot;x&quot;:0.904178764822431,&quot;y&quot;:0.6007448534267954},&quot;keepAspectRatio&quot;:true},&quot;opacity&quot;:1,&quot;path&quot;:{&quot;type&quot;:&quot;ELLIPSE&quot;,&quot;size&quot;:{&quot;x&quot;:43.413811234808385,&quot;y&quot;:43.41381123480838}},&quot;pathStyles&quot;:[{&quot;type&quot;:&quot;FILL&quot;,&quot;fillStyle&quot;:&quot;rgba(229, 235, 251, 1)&quot;},{&quot;type&quot;:&quot;STROKE&quot;,&quot;strokeStyle&quot;:&quot;rgba(79, 96, 156, 1)&quot;,&quot;lineWidth&quot;:1.8932766506243146,&quot;lineJoin&quot;:&quot;round&quot;}],&quot;isLocked&quot;:false,&quot;parent&quot;:{&quot;type&quot;:&quot;CHILD&quot;,&quot;parentId&quot;:&quot;36b67b16-22d6-4470-aa3b-ec18c03ca32f&quot;,&quot;order&quot;:&quot;925&quot;}},&quot;f3e0d33e-1135-4b2d-97dd-0053710ed0c1&quot;:{&quot;type&quot;:&quot;FIGURE_OBJECT&quot;,&quot;id&quot;:&quot;f3e0d33e-1135-4b2d-97dd-0053710ed0c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(0,0,0)&quot;,&quot;fontWeight&quot;:&quot;normal&quot;,&quot;fontStyle&quot;:&quot;normal&quot;,&quot;decoration&quot;:&quot;none&quot;,&quot;script&quot;:&quot;none&quot;},&quot;range&quot;:[0,2]}],&quot;text&quot;:&quot;Tyr&quot;,&quot;baseStyle&quot;:{&quot;fontFamily&quot;:&quot;Roboto&quot;,&quot;fontSize&quot;:16,&quot;color&quot;:&quot;rgb(0,0,0)&quot;,&quot;fontWeight&quot;:&quot;normal&quot;,&quot;fontStyle&quot;:&quot;normal&quot;,&quot;decoration&quot;:&quot;none&quot;,&quot;script&quot;:&quot;none&quot;}}],&quot;verticalAlign&quot;:&quot;TOP&quot;},&quot;size&quot;:{&quot;x&quot;:39.25384621852322,&quot;y&quot;:19},&quot;targetSize&quot;:{&quot;x&quot;:39.25384621852322,&quot;y&quot;:2},&quot;format&quot;:&quot;BETTER_TEXT&quot;,&quot;verticalAlign&quot;:&quot;TOP&quot;},&quot;parent&quot;:{&quot;type&quot;:&quot;CHILD&quot;,&quot;parentId&quot;:&quot;802cd939-da6a-4b0e-bd31-80502da69b74&quot;,&quot;order&quot;:&quot;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256fbc14-6995-456e-9ab1-19dcb1114977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256fbc14-6995-456e-9ab1-19dcb1114977&quot;:{&quot;type&quot;:&quot;FIGURE_OBJECT&quot;,&quot;id&quot;:&quot;256fbc14-6995-456e-9ab1-19dcb1114977&quot;,&quot;relativeTransform&quot;:{&quot;translate&quot;:{&quot;x&quot;:8.07202638272015,&quot;y&quot;:139.80773590641763},&quot;rotate&quot;:0},&quot;layout&quot;:{&quot;sizeRatio&quot;:{&quot;x&quot;:0.904178764822431,&quot;y&quot;:0.6007448534267954},&quot;keepAspectRatio&quot;:true},&quot;opacity&quot;:1,&quot;path&quot;:{&quot;type&quot;:&quot;ELLIPSE&quot;,&quot;size&quot;:{&quot;x&quot;:43.413811234808385,&quot;y&quot;:43.41381123480838}},&quot;pathStyles&quot;:[{&quot;type&quot;:&quot;FILL&quot;,&quot;fillStyle&quot;:&quot;rgba(229, 235, 251, 1)&quot;},{&quot;type&quot;:&quot;STROKE&quot;,&quot;strokeStyle&quot;:&quot;rgba(79, 96, 156, 1)&quot;,&quot;lineWidth&quot;:1.8932766506243146,&quot;lineJoin&quot;:&quot;round&quot;}],&quot;isLocked&quot;:false,&quot;parent&quot;:{&quot;type&quot;:&quot;CHILD&quot;,&quot;parentId&quot;:&quot;36b67b16-22d6-4470-aa3b-ec18c03ca32f&quot;,&quot;order&quot;:&quot;927&quot;}},&quot;f5098e44-4a99-4469-b557-bc5b9e6c9317&quot;:{&quot;type&quot;:&quot;FIGURE_OBJECT&quot;,&quot;id&quot;:&quot;f5098e44-4a99-4469-b557-bc5b9e6c931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(0,0,0)&quot;,&quot;fontWeight&quot;:&quot;normal&quot;,&quot;fontStyle&quot;:&quot;normal&quot;,&quot;decoration&quot;:&quot;none&quot;,&quot;script&quot;:&quot;none&quot;},&quot;range&quot;:[0,2]}],&quot;text&quot;:&quot;Ser&quot;,&quot;baseStyle&quot;:{&quot;fontFamily&quot;:&quot;Roboto&quot;,&quot;fontSize&quot;:16,&quot;color&quot;:&quot;rgb(0,0,0)&quot;,&quot;fontWeight&quot;:&quot;normal&quot;,&quot;fontStyle&quot;:&quot;normal&quot;,&quot;decoration&quot;:&quot;none&quot;,&quot;script&quot;:&quot;none&quot;}}],&quot;verticalAlign&quot;:&quot;TOP&quot;},&quot;size&quot;:{&quot;x&quot;:39.25384621852322,&quot;y&quot;:19},&quot;targetSize&quot;:{&quot;x&quot;:39.25384621852322,&quot;y&quot;:2},&quot;format&quot;:&quot;BETTER_TEXT&quot;,&quot;verticalAlign&quot;:&quot;TOP&quot;},&quot;parent&quot;:{&quot;type&quot;:&quot;CHILD&quot;,&quot;parentId&quot;:&quot;256fbc14-6995-456e-9ab1-19dcb1114977&quot;,&quot;order&quot;:&quot;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8c3d986d-6f9e-4a88-be29-d5c183f1f175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8c3d986d-6f9e-4a88-be29-d5c183f1f175&quot;:{&quot;type&quot;:&quot;FIGURE_OBJECT&quot;,&quot;id&quot;:&quot;8c3d986d-6f9e-4a88-be29-d5c183f1f175&quot;,&quot;relativeTransform&quot;:{&quot;translate&quot;:{&quot;x&quot;:105.01960264458917,&quot;y&quot;:139.80773590641763},&quot;rotate&quot;:0},&quot;layout&quot;:{&quot;sizeRatio&quot;:{&quot;x&quot;:0.904178764822431,&quot;y&quot;:0.6007448534267954},&quot;keepAspectRatio&quot;:true},&quot;opacity&quot;:1,&quot;path&quot;:{&quot;type&quot;:&quot;ELLIPSE&quot;,&quot;size&quot;:{&quot;x&quot;:43.413811234808385,&quot;y&quot;:43.41381123480838}},&quot;pathStyles&quot;:[{&quot;type&quot;:&quot;FILL&quot;,&quot;fillStyle&quot;:&quot;rgba(229, 235, 251, 1)&quot;},{&quot;type&quot;:&quot;STROKE&quot;,&quot;strokeStyle&quot;:&quot;rgba(79, 96, 156, 1)&quot;,&quot;lineWidth&quot;:1.8932766506243146,&quot;lineJoin&quot;:&quot;round&quot;}],&quot;isLocked&quot;:false,&quot;parent&quot;:{&quot;type&quot;:&quot;CHILD&quot;,&quot;parentId&quot;:&quot;36b67b16-22d6-4470-aa3b-ec18c03ca32f&quot;,&quot;order&quot;:&quot;93&quot;}},&quot;dce6f519-7289-4614-88aa-097b218a58ea&quot;:{&quot;type&quot;:&quot;FIGURE_OBJECT&quot;,&quot;id&quot;:&quot;dce6f519-7289-4614-88aa-097b218a58e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(0,0,0)&quot;,&quot;fontWeight&quot;:&quot;normal&quot;,&quot;fontStyle&quot;:&quot;normal&quot;,&quot;decoration&quot;:&quot;none&quot;,&quot;script&quot;:&quot;none&quot;},&quot;range&quot;:[0,2]}],&quot;text&quot;:&quot;Gly&quot;,&quot;baseStyle&quot;:{&quot;fontFamily&quot;:&quot;Roboto&quot;,&quot;fontSize&quot;:16,&quot;color&quot;:&quot;rgb(0,0,0)&quot;,&quot;fontWeight&quot;:&quot;normal&quot;,&quot;fontStyle&quot;:&quot;normal&quot;,&quot;decoration&quot;:&quot;none&quot;,&quot;script&quot;:&quot;none&quot;}}],&quot;verticalAlign&quot;:&quot;TOP&quot;},&quot;size&quot;:{&quot;x&quot;:39.25384621852322,&quot;y&quot;:19},&quot;targetSize&quot;:{&quot;x&quot;:39.25384621852322,&quot;y&quot;:2},&quot;format&quot;:&quot;BETTER_TEXT&quot;,&quot;verticalAlign&quot;:&quot;TOP&quot;},&quot;parent&quot;:{&quot;type&quot;:&quot;CHILD&quot;,&quot;parentId&quot;:&quot;8c3d986d-6f9e-4a88-be29-d5c183f1f175&quot;,&quot;order&quot;:&quot;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88391b9e-5af6-45c2-ab46-c354e267c429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88391b9e-5af6-45c2-ab46-c354e267c429&quot;:{&quot;type&quot;:&quot;FIGURE_OBJECT&quot;,&quot;id&quot;:&quot;88391b9e-5af6-45c2-ab46-c354e267c429&quot;,&quot;relativeTransform&quot;:{&quot;translate&quot;:{&quot;x&quot;:201.96717890645795,&quot;y&quot;:139.80773590641763},&quot;rotate&quot;:0},&quot;layout&quot;:{&quot;sizeRatio&quot;:{&quot;x&quot;:0.904178764822431,&quot;y&quot;:0.6007448534267954},&quot;keepAspectRatio&quot;:true},&quot;opacity&quot;:1,&quot;path&quot;:{&quot;type&quot;:&quot;ELLIPSE&quot;,&quot;size&quot;:{&quot;x&quot;:43.413811234808385,&quot;y&quot;:43.41381123480838}},&quot;pathStyles&quot;:[{&quot;type&quot;:&quot;FILL&quot;,&quot;fillStyle&quot;:&quot;rgba(229, 235, 251, 1)&quot;},{&quot;type&quot;:&quot;STROKE&quot;,&quot;strokeStyle&quot;:&quot;rgba(79, 96, 156, 1)&quot;,&quot;lineWidth&quot;:1.8932766506243146,&quot;lineJoin&quot;:&quot;round&quot;}],&quot;isLocked&quot;:false,&quot;parent&quot;:{&quot;type&quot;:&quot;CHILD&quot;,&quot;parentId&quot;:&quot;36b67b16-22d6-4470-aa3b-ec18c03ca32f&quot;,&quot;order&quot;:&quot;935&quot;}},&quot;dc4ab25b-9e9f-4664-9994-57519503c558&quot;:{&quot;type&quot;:&quot;FIGURE_OBJECT&quot;,&quot;id&quot;:&quot;dc4ab25b-9e9f-4664-9994-57519503c55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6,&quot;color&quot;:&quot;rgb(0,0,0)&quot;,&quot;fontWeight&quot;:&quot;normal&quot;,&quot;fontStyle&quot;:&quot;normal&quot;,&quot;decoration&quot;:&quot;none&quot;,&quot;script&quot;:&quot;none&quot;},&quot;range&quot;:[0,2]}],&quot;text&quot;:&quot;Ser&quot;,&quot;baseStyle&quot;:{&quot;fontFamily&quot;:&quot;Roboto&quot;,&quot;fontSize&quot;:16,&quot;color&quot;:&quot;rgb(0,0,0)&quot;,&quot;fontWeight&quot;:&quot;normal&quot;,&quot;fontStyle&quot;:&quot;normal&quot;,&quot;decoration&quot;:&quot;none&quot;,&quot;script&quot;:&quot;none&quot;}}],&quot;verticalAlign&quot;:&quot;TOP&quot;},&quot;size&quot;:{&quot;x&quot;:39.25384621852322,&quot;y&quot;:19},&quot;targetSize&quot;:{&quot;x&quot;:39.25384621852322,&quot;y&quot;:2},&quot;format&quot;:&quot;BETTER_TEXT&quot;,&quot;verticalAlign&quot;:&quot;TOP&quot;},&quot;parent&quot;:{&quot;type&quot;:&quot;CHILD&quot;,&quot;parentId&quot;:&quot;88391b9e-5af6-45c2-ab46-c354e267c429&quot;,&quot;order&quot;:&quot;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e1d9dc38-2679-44df-b7d3-36d8599cc583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e1d9dc38-2679-44df-b7d3-36d8599cc583&quot;:{&quot;type&quot;:&quot;FIGURE_OBJECT&quot;,&quot;id&quot;:&quot;e1d9dc38-2679-44df-b7d3-36d8599cc583&quot;,&quot;relativeTransform&quot;:{&quot;translate&quot;:{&quot;x&quot;:56.3624434840649,&quot;y&quot;:-112.23761603687403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6b67b16-22d6-4470-aa3b-ec18c03ca32f&quot;,&quot;order&quot;:&quot;96&quot;}},&quot;cfcfc945-0a08-4707-acd3-5ee33bc17238&quot;:{&quot;type&quot;:&quot;FIGURE_OBJECT&quot;,&quot;id&quot;:&quot;cfcfc945-0a08-4707-acd3-5ee33bc17238&quot;,&quot;name&quot;:&quot;Base thymine (T)&quot;,&quot;relativeTransform&quot;:{&quot;translate&quot;:{&quot;x&quot;:-145.5562691896066,&quot;y&quot;:-21.5807888606627},&quot;rotate&quot;:0,&quot;skewX&quot;:0,&quot;scale&quot;:{&quot;x&quot;:0.5780173614356032,&quot;y&quot;:0.5780173614356032}},&quot;opacity&quot;:1,&quot;image&quot;:{&quot;url&quot;:&quot;https://icons.biorender.com/biorender/5b75d679cb96401400a215f8/base-thymine-t-1.png&quot;,&quot;size&quot;:{&quot;x&quot;:58,&quot;y&quot;:93},&quot;isPremium&quot;:false,&quot;isPacked&quot;:true},&quot;source&quot;:{&quot;id&quot;:&quot;5b758f90407d131400757797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02&quot;}},&quot;e8988bc7-800e-4b1d-9b09-d4be9918943f&quot;:{&quot;type&quot;:&quot;FIGURE_OBJECT&quot;,&quot;id&quot;:&quot;e8988bc7-800e-4b1d-9b09-d4be9918943f&quot;,&quot;name&quot;:&quot;Base guanine (G)&quot;,&quot;relativeTransform&quot;:{&quot;translate&quot;:{&quot;x&quot;:-113.2140387911602,&quot;y&quot;:-21.5807888606627},&quot;rotate&quot;:0,&quot;skewX&quot;:0,&quot;scale&quot;:{&quot;x&quot;:0.5780173614356032,&quot;y&quot;:0.5780173614356032}},&quot;opacity&quot;:1,&quot;image&quot;:{&quot;url&quot;:&quot;https://icons.biorender.com/biorender/5b758ccdcb96401400a2142e/20180816194951/image/base-guanine-g-1.png&quot;,&quot;size&quot;:{&quot;x&quot;:58,&quot;y&quot;:93},&quot;isPremium&quot;:false,&quot;isPacked&quot;:true},&quot;source&quot;:{&quot;id&quot;:&quot;5b758ccdcb96401400a2142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05&quot;}},&quot;89d3179f-13e8-4c14-883b-8aa82b08f570&quot;:{&quot;type&quot;:&quot;FIGURE_OBJECT&quot;,&quot;id&quot;:&quot;89d3179f-13e8-4c14-883b-8aa82b08f570&quot;,&quot;name&quot;:&quot;Base guanine (G)&quot;,&quot;relativeTransform&quot;:{&quot;translate&quot;:{&quot;x&quot;:-48.526303698869484,&quot;y&quot;:-21.5807888606627},&quot;rotate&quot;:0,&quot;skewX&quot;:0,&quot;scale&quot;:{&quot;x&quot;:0.5780173614356032,&quot;y&quot;:0.5780173614356032}},&quot;opacity&quot;:1,&quot;image&quot;:{&quot;url&quot;:&quot;https://icons.biorender.com/biorender/5b758ccdcb96401400a2142e/20180816194951/image/base-guanine-g-1.png&quot;,&quot;size&quot;:{&quot;x&quot;:58,&quot;y&quot;:93},&quot;isPremium&quot;:false,&quot;isPacked&quot;:true},&quot;source&quot;:{&quot;id&quot;:&quot;5b758ccdcb96401400a2142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07&quot;}},&quot;efd45788-daf4-4e15-a0d8-05debda77bfe&quot;:{&quot;type&quot;:&quot;FIGURE_OBJECT&quot;,&quot;id&quot;:&quot;efd45788-daf4-4e15-a0d8-05debda77bfe&quot;,&quot;name&quot;:&quot;Base thymine (T)&quot;,&quot;relativeTransform&quot;:{&quot;translate&quot;:{&quot;x&quot;:-16.18243615272401,&quot;y&quot;:-21.5807888606627},&quot;rotate&quot;:0,&quot;skewX&quot;:0,&quot;scale&quot;:{&quot;x&quot;:0.5780173614356032,&quot;y&quot;:0.5780173614356032}},&quot;opacity&quot;:1,&quot;image&quot;:{&quot;url&quot;:&quot;https://icons.biorender.com/biorender/5b75d679cb96401400a215f8/base-thymine-t-1.png&quot;,&quot;size&quot;:{&quot;x&quot;:58,&quot;y&quot;:93},&quot;isPremium&quot;:false,&quot;isPacked&quot;:true},&quot;source&quot;:{&quot;id&quot;:&quot;5b758f90407d131400757797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1&quot;}},&quot;a7c59025-7f74-45ca-9f38-0e8c90dc93b0&quot;:{&quot;type&quot;:&quot;FIGURE_OBJECT&quot;,&quot;id&quot;:&quot;a7c59025-7f74-45ca-9f38-0e8c90dc93b0&quot;,&quot;name&quot;:&quot;Base cytosine (C)&quot;,&quot;relativeTransform&quot;:{&quot;translate&quot;:{&quot;x&quot;:16.16143139342158,&quot;y&quot;:-21.5807888606627},&quot;rotate&quot;:0,&quot;skewX&quot;:0,&quot;scale&quot;:{&quot;x&quot;:0.5780173614356032,&quot;y&quot;:0.5780173614356032}},&quot;opacity&quot;:1,&quot;image&quot;:{&quot;url&quot;:&quot;https://icons.biorender.com/biorender/5b75d6d9407d131400757973/base-cytosine-c-1.png&quot;,&quot;size&quot;:{&quot;x&quot;:58,&quot;y&quot;:93},&quot;isPremium&quot;:false,&quot;isPacked&quot;:true},&quot;source&quot;:{&quot;id&quot;:&quot;5b758dd0cb96401400a21454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12&quot;}},&quot;1ac74724-d3e1-45f7-a448-d0e891930ff1&quot;:{&quot;type&quot;:&quot;FIGURE_OBJECT&quot;,&quot;id&quot;:&quot;1ac74724-d3e1-45f7-a448-d0e891930ff1&quot;,&quot;name&quot;:&quot;Base cytosine (C)&quot;,&quot;relativeTransform&quot;:{&quot;translate&quot;:{&quot;x&quot;:48.50529893956683,&quot;y&quot;:-21.5807888606627},&quot;rotate&quot;:0,&quot;skewX&quot;:0,&quot;scale&quot;:{&quot;x&quot;:0.5780173614356032,&quot;y&quot;:0.5780173614356032}},&quot;opacity&quot;:1,&quot;image&quot;:{&quot;url&quot;:&quot;https://icons.biorender.com/biorender/5b75d6d9407d131400757973/base-cytosine-c-1.png&quot;,&quot;size&quot;:{&quot;x&quot;:58,&quot;y&quot;:93},&quot;isPremium&quot;:false,&quot;isPacked&quot;:true},&quot;source&quot;:{&quot;id&quot;:&quot;5b758dd0cb96401400a21454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15&quot;}},&quot;5fe12398-9b9e-4e11-b0cf-5e197cd14b0b&quot;:{&quot;type&quot;:&quot;FIGURE_OBJECT&quot;,&quot;id&quot;:&quot;5fe12398-9b9e-4e11-b0cf-5e197cd14b0b&quot;,&quot;name&quot;:&quot;Base guanine (G)&quot;,&quot;relativeTransform&quot;:{&quot;translate&quot;:{&quot;x&quot;:145.5369015780035,&quot;y&quot;:-21.5807888606627},&quot;rotate&quot;:0,&quot;skewX&quot;:0,&quot;scale&quot;:{&quot;x&quot;:0.5780173614356032,&quot;y&quot;:0.5780173614356032}},&quot;opacity&quot;:1,&quot;image&quot;:{&quot;url&quot;:&quot;https://icons.biorender.com/biorender/5b758ccdcb96401400a2142e/20180816194951/image/base-guanine-g-1.png&quot;,&quot;size&quot;:{&quot;x&quot;:58,&quot;y&quot;:93},&quot;isPremium&quot;:false,&quot;isPacked&quot;:true},&quot;source&quot;:{&quot;id&quot;:&quot;5b758ccdcb96401400a2142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2&quot;}},&quot;e21882e1-2a47-4089-94a8-21d91c38a30f&quot;:{&quot;type&quot;:&quot;FIGURE_OBJECT&quot;,&quot;id&quot;:&quot;e21882e1-2a47-4089-94a8-21d91c38a30f&quot;,&quot;name&quot;:&quot;Base thymine (T)&quot;,&quot;relativeTransform&quot;:{&quot;translate&quot;:{&quot;x&quot;:177.8807691241483,&quot;y&quot;:-21.5807888606627},&quot;rotate&quot;:0,&quot;skewX&quot;:0,&quot;scale&quot;:{&quot;x&quot;:0.5780173614356032,&quot;y&quot;:0.5780173614356032}},&quot;opacity&quot;:1,&quot;image&quot;:{&quot;url&quot;:&quot;https://icons.biorender.com/biorender/5b75d679cb96401400a215f8/base-thymine-t-1.png&quot;,&quot;size&quot;:{&quot;x&quot;:58,&quot;y&quot;:93},&quot;isPremium&quot;:false,&quot;isPacked&quot;:true},&quot;source&quot;:{&quot;id&quot;:&quot;5b758f90407d131400757797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22&quot;}},&quot;73d8f644-fad9-43f1-befa-4ca4f1f303df&quot;:{&quot;type&quot;:&quot;FIGURE_OBJECT&quot;,&quot;id&quot;:&quot;73d8f644-fad9-43f1-befa-4ca4f1f303df&quot;,&quot;name&quot;:&quot;Base adenine (A)&quot;,&quot;relativeTransform&quot;:{&quot;translate&quot;:{&quot;x&quot;:-177.7321305710419,&quot;y&quot;:-21.342454628957835},&quot;rotate&quot;:0,&quot;skewX&quot;:0,&quot;scale&quot;:{&quot;x&quot;:0.5831428287840925,&quot;y&quot;:0.5831428287840925}},&quot;opacity&quot;:1,&quot;image&quot;:{&quot;url&quot;:&quot;https://icons.biorender.com/biorender/5b75d4d7cb96401400a215ca/base-adenine-a-1.png&quot;,&quot;size&quot;:{&quot;x&quot;:58,&quot;y&quot;:93},&quot;isPremium&quot;:false,&quot;isPacked&quot;:true},&quot;source&quot;:{&quot;id&quot;:&quot;5b758b3fcb96401400a2141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25&quot;}},&quot;1bf262bc-8e26-41e4-bf32-ac5e4bb94ae5&quot;:{&quot;type&quot;:&quot;FIGURE_OBJECT&quot;,&quot;id&quot;:&quot;1bf262bc-8e26-41e4-bf32-ac5e4bb94ae5&quot;,&quot;name&quot;:&quot;Base adenine (A)&quot;,&quot;relativeTransform&quot;:{&quot;translate&quot;:{&quot;x&quot;:81.72954108973514,&quot;y&quot;:-21.342454628957835},&quot;rotate&quot;:0,&quot;skewX&quot;:0,&quot;scale&quot;:{&quot;x&quot;:0.5831428287840925,&quot;y&quot;:0.5831428287840925}},&quot;opacity&quot;:1,&quot;image&quot;:{&quot;url&quot;:&quot;https://icons.biorender.com/biorender/5b75d4d7cb96401400a215ca/base-adenine-a-1.png&quot;,&quot;size&quot;:{&quot;x&quot;:58,&quot;y&quot;:93},&quot;isPremium&quot;:false,&quot;isPacked&quot;:true},&quot;source&quot;:{&quot;id&quot;:&quot;5b758b3fcb96401400a2141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3&quot;}},&quot;cfc4948f-7149-4ff3-9998-737eb4433f12&quot;:{&quot;type&quot;:&quot;FIGURE_OBJECT&quot;,&quot;id&quot;:&quot;cfc4948f-7149-4ff3-9998-737eb4433f12&quot;,&quot;name&quot;:&quot;Base adenine (A)&quot;,&quot;relativeTransform&quot;:{&quot;translate&quot;:{&quot;x&quot;:114.93763895326143,&quot;y&quot;:-21.34245462895795},&quot;rotate&quot;:0,&quot;skewX&quot;:0,&quot;scale&quot;:{&quot;x&quot;:0.5831428287840925,&quot;y&quot;:0.5831428287840925}},&quot;opacity&quot;:1,&quot;image&quot;:{&quot;url&quot;:&quot;https://icons.biorender.com/biorender/5b75d4d7cb96401400a215ca/base-adenine-a-1.png&quot;,&quot;size&quot;:{&quot;x&quot;:58,&quot;y&quot;:93},&quot;isPremium&quot;:false,&quot;isPacked&quot;:true},&quot;source&quot;:{&quot;id&quot;:&quot;5b758b3fcb96401400a2141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35&quot;}},&quot;0212aede-1e4f-4aee-9e00-4ed332949b7f&quot;:{&quot;type&quot;:&quot;FIGURE_OBJECT&quot;,&quot;id&quot;:&quot;0212aede-1e4f-4aee-9e00-4ed332949b7f&quot;,&quot;name&quot;:&quot;Base adenine (A)&quot;,&quot;relativeTransform&quot;:{&quot;translate&quot;:{&quot;x&quot;:-80.70221521330299,&quot;y&quot;:-21.34245462895795},&quot;rotate&quot;:0,&quot;skewX&quot;:0,&quot;scale&quot;:{&quot;x&quot;:0.5831428287840925,&quot;y&quot;:0.5831428287840925}},&quot;opacity&quot;:1,&quot;image&quot;:{&quot;url&quot;:&quot;https://icons.biorender.com/biorender/5b75d4d7cb96401400a215ca/base-adenine-a-1.png&quot;,&quot;size&quot;:{&quot;x&quot;:58,&quot;y&quot;:93},&quot;isPremium&quot;:false,&quot;isPacked&quot;:true},&quot;source&quot;:{&quot;id&quot;:&quot;5b758b3fcb96401400a2141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4&quot;}},&quot;7efb237e-b81f-4ab7-8b7c-f0f0c1320870&quot;:{&quot;type&quot;:&quot;FIGURE_OBJECT&quot;,&quot;id&quot;:&quot;7efb237e-b81f-4ab7-8b7c-f0f0c1320870&quot;,&quot;name&quot;:&quot;Base adenine (A)&quot;,&quot;relativeTransform&quot;:{&quot;translate&quot;:{&quot;x&quot;:-145.55626918960667,&quot;y&quot;:21.607200069938948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5&quot;}},&quot;b385e946-6a47-4891-9959-ef97cfcd9808&quot;:{&quot;type&quot;:&quot;FIGURE_OBJECT&quot;,&quot;id&quot;:&quot;b385e946-6a47-4891-9959-ef97cfcd9808&quot;,&quot;name&quot;:&quot;Base cytosine (C)&quot;,&quot;relativeTransform&quot;:{&quot;translate&quot;:{&quot;x&quot;:-113.21403879116023,&quot;y&quot;:21.607200069938948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52&quot;}},&quot;34dea1d4-4718-4cb4-bdba-fc85e11c71c4&quot;:{&quot;type&quot;:&quot;FIGURE_OBJECT&quot;,&quot;id&quot;:&quot;34dea1d4-4718-4cb4-bdba-fc85e11c71c4&quot;,&quot;name&quot;:&quot;Base cytosine (C)&quot;,&quot;relativeTransform&quot;:{&quot;translate&quot;:{&quot;x&quot;:-48.52630369886951,&quot;y&quot;:21.607200069938948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55&quot;}},&quot;c1381f12-ee76-4b1c-ac75-208f2025154e&quot;:{&quot;type&quot;:&quot;FIGURE_OBJECT&quot;,&quot;id&quot;:&quot;c1381f12-ee76-4b1c-ac75-208f2025154e&quot;,&quot;name&quot;:&quot;Base adenine (A)&quot;,&quot;relativeTransform&quot;:{&quot;translate&quot;:{&quot;x&quot;:-16.18243615272404,&quot;y&quot;:21.607200069938948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6&quot;}},&quot;aaa055cc-ee02-40d3-b790-7dfad0c8c022&quot;:{&quot;type&quot;:&quot;FIGURE_OBJECT&quot;,&quot;id&quot;:&quot;aaa055cc-ee02-40d3-b790-7dfad0c8c022&quot;,&quot;name&quot;:&quot;Base guanine (G)&quot;,&quot;relativeTransform&quot;:{&quot;translate&quot;:{&quot;x&quot;:16.161431393421548,&quot;y&quot;:21.607200069938948},&quot;rotate&quot;:0,&quot;skewX&quot;:0,&quot;scale&quot;:{&quot;x&quot;:0.577449378440416,&quot;y&quot;:0.577449378440416}},&quot;opacity&quot;:1,&quot;image&quot;:{&quot;url&quot;:&quot;https://icons.biorender.com/biorender/5b758c6e407d131400757778/20180816194922/image/base-guanine-g.png&quot;,&quot;size&quot;:{&quot;x&quot;:58,&quot;y&quot;:93},&quot;isPremium&quot;:false,&quot;isPacked&quot;:true},&quot;source&quot;:{&quot;id&quot;:&quot;5b758c6e407d131400757778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62&quot;}},&quot;30bba686-8b80-460b-9c9e-2f1ce599b35a&quot;:{&quot;type&quot;:&quot;FIGURE_OBJECT&quot;,&quot;id&quot;:&quot;30bba686-8b80-460b-9c9e-2f1ce599b35a&quot;,&quot;name&quot;:&quot;Base guanine (G)&quot;,&quot;relativeTransform&quot;:{&quot;translate&quot;:{&quot;x&quot;:48.5052989395668,&quot;y&quot;:21.607200069938948},&quot;rotate&quot;:0,&quot;skewX&quot;:0,&quot;scale&quot;:{&quot;x&quot;:0.577449378440416,&quot;y&quot;:0.577449378440416}},&quot;opacity&quot;:1,&quot;image&quot;:{&quot;url&quot;:&quot;https://icons.biorender.com/biorender/5b758c6e407d131400757778/20180816194922/image/base-guanine-g.png&quot;,&quot;size&quot;:{&quot;x&quot;:58,&quot;y&quot;:93},&quot;isPremium&quot;:false,&quot;isPacked&quot;:true},&quot;source&quot;:{&quot;id&quot;:&quot;5b758c6e407d131400757778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65&quot;}},&quot;2514cf67-9141-40bf-acc5-b6efa72e6b5b&quot;:{&quot;type&quot;:&quot;FIGURE_OBJECT&quot;,&quot;id&quot;:&quot;2514cf67-9141-40bf-acc5-b6efa72e6b5b&quot;,&quot;name&quot;:&quot;Base cytosine (C)&quot;,&quot;relativeTransform&quot;:{&quot;translate&quot;:{&quot;x&quot;:145.5369015780032,&quot;y&quot;:21.607200069938948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7&quot;}},&quot;9df9e2fe-89fc-4bb0-81ab-9dc1b1d43810&quot;:{&quot;type&quot;:&quot;FIGURE_OBJECT&quot;,&quot;id&quot;:&quot;9df9e2fe-89fc-4bb0-81ab-9dc1b1d43810&quot;,&quot;name&quot;:&quot;Base adenine (A)&quot;,&quot;relativeTransform&quot;:{&quot;translate&quot;:{&quot;x&quot;:177.88076912414823,&quot;y&quot;:21.607200069938948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72&quot;}},&quot;0d158600-f4cf-450e-9ca9-6e31647a6006&quot;:{&quot;type&quot;:&quot;FIGURE_OBJECT&quot;,&quot;id&quot;:&quot;0d158600-f4cf-450e-9ca9-6e31647a6006&quot;,&quot;name&quot;:&quot;Base thymine (T)&quot;,&quot;relativeTransform&quot;:{&quot;translate&quot;:{&quot;x&quot;:-177.7321305710421,&quot;y&quot;:21.427500000000066},&quot;rotate&quot;:0,&quot;skewX&quot;:0,&quot;scale&quot;:{&quot;x&quot;:0.5813138960735094,&quot;y&quot;:0.5813138960735094}},&quot;opacity&quot;:1,&quot;image&quot;:{&quot;url&quot;:&quot;https://icons.biorender.com/biorender/5b75d646407d131400757958/base-thymine-t.png&quot;,&quot;size&quot;:{&quot;x&quot;:58,&quot;y&quot;:93},&quot;isPremium&quot;:false,&quot;isPacked&quot;:true},&quot;source&quot;:{&quot;id&quot;:&quot;5b758eddcb96401400a2145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75&quot;}},&quot;7d2c278c-0218-46e4-8952-f60a89005b88&quot;:{&quot;type&quot;:&quot;FIGURE_OBJECT&quot;,&quot;id&quot;:&quot;7d2c278c-0218-46e4-8952-f60a89005b88&quot;,&quot;name&quot;:&quot;Base thymine (T)&quot;,&quot;relativeTransform&quot;:{&quot;translate&quot;:{&quot;x&quot;:81.72954108973516,&quot;y&quot;:21.427500000000066},&quot;rotate&quot;:0,&quot;skewX&quot;:0,&quot;scale&quot;:{&quot;x&quot;:0.5813138960735094,&quot;y&quot;:0.5813138960735094}},&quot;opacity&quot;:1,&quot;image&quot;:{&quot;url&quot;:&quot;https://icons.biorender.com/biorender/5b75d646407d131400757958/base-thymine-t.png&quot;,&quot;size&quot;:{&quot;x&quot;:58,&quot;y&quot;:93},&quot;isPremium&quot;:false,&quot;isPacked&quot;:true},&quot;source&quot;:{&quot;id&quot;:&quot;5b758eddcb96401400a2145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8&quot;}},&quot;aaf0d4f5-d3ef-4e24-a164-5ae932fa90f0&quot;:{&quot;type&quot;:&quot;FIGURE_OBJECT&quot;,&quot;id&quot;:&quot;aaf0d4f5-d3ef-4e24-a164-5ae932fa90f0&quot;,&quot;name&quot;:&quot;Base thymine (T)&quot;,&quot;relativeTransform&quot;:{&quot;translate&quot;:{&quot;x&quot;:114.93763895326146,&quot;y&quot;:21.427500000000066},&quot;rotate&quot;:0,&quot;skewX&quot;:0,&quot;scale&quot;:{&quot;x&quot;:0.5813138960735094,&quot;y&quot;:0.5813138960735094}},&quot;opacity&quot;:1,&quot;image&quot;:{&quot;url&quot;:&quot;https://icons.biorender.com/biorender/5b75d646407d131400757958/base-thymine-t.png&quot;,&quot;size&quot;:{&quot;x&quot;:58,&quot;y&quot;:93},&quot;isPremium&quot;:false,&quot;isPacked&quot;:true},&quot;source&quot;:{&quot;id&quot;:&quot;5b758eddcb96401400a2145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85&quot;}},&quot;fa3fb38d-04f2-4d5e-ad1a-1e45e95c5b60&quot;:{&quot;type&quot;:&quot;FIGURE_OBJECT&quot;,&quot;id&quot;:&quot;fa3fb38d-04f2-4d5e-ad1a-1e45e95c5b60&quot;,&quot;name&quot;:&quot;Base thymine (T)&quot;,&quot;relativeTransform&quot;:{&quot;translate&quot;:{&quot;x&quot;:-80.70221521330319,&quot;y&quot;:21.427500000000066},&quot;rotate&quot;:0,&quot;skewX&quot;:0,&quot;scale&quot;:{&quot;x&quot;:0.5813138960735094,&quot;y&quot;:0.5813138960735094}},&quot;opacity&quot;:1,&quot;image&quot;:{&quot;url&quot;:&quot;https://icons.biorender.com/biorender/5b75d646407d131400757958/base-thymine-t.png&quot;,&quot;size&quot;:{&quot;x&quot;:58,&quot;y&quot;:93},&quot;isPremium&quot;:false,&quot;isPacked&quot;:true},&quot;source&quot;:{&quot;id&quot;:&quot;5b758eddcb96401400a2145e&quot;,&quot;type&quot;:&quot;ASSETS&quot;},&quot;pathStyles&quot;:[{&quot;type&quot;:&quot;FILL&quot;,&quot;fillStyle&quot;:&quot;rgb(0,0,0)&quot;}],&quot;isLocked&quot;:false,&quot;parent&quot;:{&quot;type&quot;:&quot;CHILD&quot;,&quot;parentId&quot;:&quot;e1d9dc38-2679-44df-b7d3-36d8599cc583&quot;,&quot;order&quot;:&quot;9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a65b9dc9-9452-402d-a1f6-50171d215b2a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a65b9dc9-9452-402d-a1f6-50171d215b2a&quot;:{&quot;type&quot;:&quot;FIGURE_OBJECT&quot;,&quot;id&quot;:&quot;a65b9dc9-9452-402d-a1f6-50171d215b2a&quot;,&quot;relativeTransform&quot;:{&quot;translate&quot;:{&quot;x&quot;:56.41280017165599,&quot;y&quot;:14.959683742311437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36b67b16-22d6-4470-aa3b-ec18c03ca32f&quot;,&quot;order&quot;:&quot;962&quot;}},&quot;c9882af7-0077-4435-b70b-e659a4c52fb9&quot;:{&quot;type&quot;:&quot;FIGURE_OBJECT&quot;,&quot;id&quot;:&quot;c9882af7-0077-4435-b70b-e659a4c52fb9&quot;,&quot;name&quot;:&quot;Base adenine (A)&quot;,&quot;relativeTransform&quot;:{&quot;translate&quot;:{&quot;x&quot;:-145.43677230749387,&quot;y&quot;:0.1322271218516775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05&quot;}},&quot;ee92f305-13ee-4196-88b3-60331d0132d8&quot;:{&quot;type&quot;:&quot;FIGURE_OBJECT&quot;,&quot;id&quot;:&quot;ee92f305-13ee-4196-88b3-60331d0132d8&quot;,&quot;name&quot;:&quot;Base cytosine (C)&quot;,&quot;relativeTransform&quot;:{&quot;translate&quot;:{&quot;x&quot;:-113.10832688065857,&quot;y&quot;:0.1322271218516775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1&quot;}},&quot;0c5a4b25-e1da-4602-ad7a-5fe22246122a&quot;:{&quot;type&quot;:&quot;FIGURE_OBJECT&quot;,&quot;id&quot;:&quot;0c5a4b25-e1da-4602-ad7a-5fe22246122a&quot;,&quot;name&quot;:&quot;Base cytosine (C)&quot;,&quot;relativeTransform&quot;:{&quot;translate&quot;:{&quot;x&quot;:-48.45143602698754,&quot;y&quot;:0.1322271218516775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15&quot;}},&quot;5d71498d-5518-490c-8d61-78b8a9d8f0fc&quot;:{&quot;type&quot;:&quot;FIGURE_OBJECT&quot;,&quot;id&quot;:&quot;5d71498d-5518-490c-8d61-78b8a9d8f0fc&quot;,&quot;name&quot;:&quot;Base adenine (A)&quot;,&quot;relativeTransform&quot;:{&quot;translate&quot;:{&quot;x&quot;:-16.122990600152253,&quot;y&quot;:0.1322271218516775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2&quot;}},&quot;54718d4c-e237-4bf4-9fca-8cb66fc2b4ae&quot;:{&quot;type&quot;:&quot;FIGURE_OBJECT&quot;,&quot;id&quot;:&quot;54718d4c-e237-4bf4-9fca-8cb66fc2b4ae&quot;,&quot;name&quot;:&quot;Base guanine (G)&quot;,&quot;relativeTransform&quot;:{&quot;translate&quot;:{&quot;x&quot;:16.205454826683376,&quot;y&quot;:0.1322271218516775},&quot;rotate&quot;:0,&quot;skewX&quot;:0,&quot;scale&quot;:{&quot;x&quot;:0.577449378440416,&quot;y&quot;:0.577449378440416}},&quot;opacity&quot;:1,&quot;image&quot;:{&quot;url&quot;:&quot;https://icons.biorender.com/biorender/5b758c6e407d131400757778/20180816194922/image/base-guanine-g.png&quot;,&quot;size&quot;:{&quot;x&quot;:58,&quot;y&quot;:93},&quot;isPremium&quot;:false,&quot;isPacked&quot;:true},&quot;source&quot;:{&quot;id&quot;:&quot;5b758c6e407d131400757778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25&quot;}},&quot;bbdaefc8-98d3-4661-95fd-5059c6a8043f&quot;:{&quot;type&quot;:&quot;FIGURE_OBJECT&quot;,&quot;id&quot;:&quot;bbdaefc8-98d3-4661-95fd-5059c6a8043f&quot;,&quot;name&quot;:&quot;Base guanine (G)&quot;,&quot;relativeTransform&quot;:{&quot;translate&quot;:{&quot;x&quot;:48.533900253518894,&quot;y&quot;:0.1322271218516775},&quot;rotate&quot;:0,&quot;skewX&quot;:0,&quot;scale&quot;:{&quot;x&quot;:0.577449378440416,&quot;y&quot;:0.577449378440416}},&quot;opacity&quot;:1,&quot;image&quot;:{&quot;url&quot;:&quot;https://icons.biorender.com/biorender/5b758c6e407d131400757778/20180816194922/image/base-guanine-g.png&quot;,&quot;size&quot;:{&quot;x&quot;:58,&quot;y&quot;:93},&quot;isPremium&quot;:false,&quot;isPacked&quot;:true},&quot;source&quot;:{&quot;id&quot;:&quot;5b758c6e407d131400757778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3&quot;}},&quot;0d36b73c-ce27-4782-bbb3-9c7a18c73231&quot;:{&quot;type&quot;:&quot;FIGURE_OBJECT&quot;,&quot;id&quot;:&quot;0d36b73c-ce27-4782-bbb3-9c7a18c73231&quot;,&quot;name&quot;:&quot;Base cytosine (C)&quot;,&quot;relativeTransform&quot;:{&quot;translate&quot;:{&quot;x&quot;:145.5192365340252,&quot;y&quot;:0.1322271218516775},&quot;rotate&quot;:0,&quot;skewX&quot;:0,&quot;scale&quot;:{&quot;x&quot;:0.577449378440416,&quot;y&quot;:0.577449378440416}},&quot;opacity&quot;:1,&quot;image&quot;:{&quot;url&quot;:&quot;https://icons.biorender.com/biorender/5b75d6c6cb96401400a21601/base-cytosine-c.png&quot;,&quot;size&quot;:{&quot;x&quot;:58,&quot;y&quot;:93},&quot;isPremium&quot;:false,&quot;isPacked&quot;:true},&quot;source&quot;:{&quot;id&quot;:&quot;5b758d84cb96401400a2144a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5&quot;}},&quot;bef608b9-3d4a-4f26-aaff-1a3ee3bacbce&quot;:{&quot;type&quot;:&quot;FIGURE_OBJECT&quot;,&quot;id&quot;:&quot;bef608b9-3d4a-4f26-aaff-1a3ee3bacbce&quot;,&quot;name&quot;:&quot;Base adenine (A)&quot;,&quot;relativeTransform&quot;:{&quot;translate&quot;:{&quot;x&quot;:177.8476819608607,&quot;y&quot;:0.1322271218516775},&quot;rotate&quot;:0,&quot;skewX&quot;:0,&quot;scale&quot;:{&quot;x&quot;:0.577449378440416,&quot;y&quot;:0.577449378440416}},&quot;opacity&quot;:1,&quot;image&quot;:{&quot;url&quot;:&quot;https://icons.biorender.com/biorender/5b75d4accb96401400a215bb/base-adenine-a.png&quot;,&quot;size&quot;:{&quot;x&quot;:58,&quot;y&quot;:93},&quot;isPremium&quot;:false,&quot;isPacked&quot;:true},&quot;source&quot;:{&quot;id&quot;:&quot;5b758aa6cb96401400a21410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55&quot;}},&quot;c5af1ee0-2bc2-4218-ab22-c61ded5e61e8&quot;:{&quot;type&quot;:&quot;FIGURE_OBJECT&quot;,&quot;id&quot;:&quot;c5af1ee0-2bc2-4218-ab22-c61ded5e61e8&quot;,&quot;name&quot;:&quot;Base uracil (U)&quot;,&quot;relativeTransform&quot;:{&quot;translate&quot;:{&quot;x&quot;:-177.76521773432927,&quot;y&quot;:-1.1723955140041653e-13},&quot;rotate&quot;:0,&quot;skewX&quot;:0,&quot;scale&quot;:{&quot;x&quot;:0.5802929724587331,&quot;y&quot;:0.5802929724587331}},&quot;opacity&quot;:1,&quot;image&quot;:{&quot;url&quot;:&quot;https://icons.biorender.com/biorender/5b759131407d1314007577ad/20180816195135/image/base-uracil-u.png&quot;,&quot;size&quot;:{&quot;x&quot;:58,&quot;y&quot;:93},&quot;isPremium&quot;:false,&quot;isPacked&quot;:true},&quot;source&quot;:{&quot;id&quot;:&quot;5b759131407d1314007577ad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6&quot;}},&quot;d0ae8092-7c87-4bbe-8470-210453ce5156&quot;:{&quot;type&quot;:&quot;FIGURE_OBJECT&quot;,&quot;id&quot;:&quot;d0ae8092-7c87-4bbe-8470-210453ce5156&quot;,&quot;name&quot;:&quot;Base uracil (U)&quot;,&quot;relativeTransform&quot;:{&quot;translate&quot;:{&quot;x&quot;:80.86234568035405,&quot;y&quot;:-1.1723955140041653e-13},&quot;rotate&quot;:0,&quot;skewX&quot;:0,&quot;scale&quot;:{&quot;x&quot;:0.5802929724587331,&quot;y&quot;:0.5802929724587331}},&quot;opacity&quot;:1,&quot;image&quot;:{&quot;url&quot;:&quot;https://icons.biorender.com/biorender/5b759131407d1314007577ad/20180816195135/image/base-uracil-u.png&quot;,&quot;size&quot;:{&quot;x&quot;:58,&quot;y&quot;:93},&quot;isPremium&quot;:false,&quot;isPacked&quot;:true},&quot;source&quot;:{&quot;id&quot;:&quot;5b759131407d1314007577ad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7&quot;}},&quot;ca2cc5ea-50c5-4e7c-b738-623068d1a6ba&quot;:{&quot;type&quot;:&quot;FIGURE_OBJECT&quot;,&quot;id&quot;:&quot;ca2cc5ea-50c5-4e7c-b738-623068d1a6ba&quot;,&quot;name&quot;:&quot;Base uracil (U)&quot;,&quot;relativeTransform&quot;:{&quot;translate&quot;:{&quot;x&quot;:113.19079110718957,&quot;y&quot;:-1.1723955140041653e-13},&quot;rotate&quot;:0,&quot;skewX&quot;:0,&quot;scale&quot;:{&quot;x&quot;:0.5802929724587331,&quot;y&quot;:0.5802929724587331}},&quot;opacity&quot;:1,&quot;image&quot;:{&quot;url&quot;:&quot;https://icons.biorender.com/biorender/5b759131407d1314007577ad/20180816195135/image/base-uracil-u.png&quot;,&quot;size&quot;:{&quot;x&quot;:58,&quot;y&quot;:93},&quot;isPremium&quot;:false,&quot;isPacked&quot;:true},&quot;source&quot;:{&quot;id&quot;:&quot;5b759131407d1314007577ad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75&quot;}},&quot;8a1b5bf6-c8dc-4e58-984b-17ed27065f82&quot;:{&quot;type&quot;:&quot;FIGURE_OBJECT&quot;,&quot;id&quot;:&quot;8a1b5bf6-c8dc-4e58-984b-17ed27065f82&quot;,&quot;name&quot;:&quot;Base uracil (U)&quot;,&quot;relativeTransform&quot;:{&quot;translate&quot;:{&quot;x&quot;:-80.73530237659037,&quot;y&quot;:-1.1723955140041653e-13},&quot;rotate&quot;:0,&quot;skewX&quot;:0,&quot;scale&quot;:{&quot;x&quot;:0.5802929724587331,&quot;y&quot;:0.5802929724587331}},&quot;opacity&quot;:1,&quot;image&quot;:{&quot;url&quot;:&quot;https://icons.biorender.com/biorender/5b759131407d1314007577ad/20180816195135/image/base-uracil-u.png&quot;,&quot;size&quot;:{&quot;x&quot;:58,&quot;y&quot;:93},&quot;isPremium&quot;:false,&quot;isPacked&quot;:true},&quot;source&quot;:{&quot;id&quot;:&quot;5b759131407d1314007577ad&quot;,&quot;type&quot;:&quot;ASSETS&quot;},&quot;pathStyles&quot;:[{&quot;type&quot;:&quot;FILL&quot;,&quot;fillStyle&quot;:&quot;rgb(0,0,0)&quot;}],&quot;isLocked&quot;:false,&quot;parent&quot;:{&quot;type&quot;:&quot;CHILD&quot;,&quot;parentId&quot;:&quot;a65b9dc9-9452-402d-a1f6-50171d215b2a&quot;,&quot;order&quot;:&quot;8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0da7f90a-51f1-493f-9b9f-b77508d1f2e9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0da7f90a-51f1-493f-9b9f-b77508d1f2e9&quot;:{&quot;type&quot;:&quot;FIGURE_OBJECT&quot;,&quot;id&quot;:&quot;0da7f90a-51f1-493f-9b9f-b77508d1f2e9&quot;,&quot;relativeTransform&quot;:{&quot;translate&quot;:{&quot;x&quot;:8.072026382720196,&quot;y&quot;:56.52225600891116},&quot;rotate&quot;:0},&quot;opacity&quot;:1,&quot;path&quot;:{&quot;type&quot;:&quot;POLY_LINE&quot;,&quot;points&quot;:[{&quot;x&quot;:-45.05609436052464,&quot;y&quot;:-5.822354576840212},{&quot;x&quot;:-45.05609436052464,&quot;y&quot;:5.822354576840212},{&quot;x&quot;:45.05609436052464,&quot;y&quot;:5.822354576840212},{&quot;x&quot;:45.05609436052464,&quot;y&quot;:-5.822354576840212}],&quot;closed&quot;:false},&quot;pathStyles&quot;:[{&quot;type&quot;:&quot;FILL&quot;,&quot;fillStyle&quot;:&quot;transparent&quot;},{&quot;type&quot;:&quot;STROKE&quot;,&quot;strokeStyle&quot;:&quot;rgba(70,69,70,1)&quot;,&quot;lineWidth&quot;:1,&quot;lineJoin&quot;:&quot;round&quot;}],&quot;isLocked&quot;:false,&quot;parent&quot;:{&quot;type&quot;:&quot;CHILD&quot;,&quot;parentId&quot;:&quot;36b67b16-22d6-4470-aa3b-ec18c03ca32f&quot;,&quot;order&quot;:&quot;965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72925a03-1f86-4b21-91d0-5cd5e28ac799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72925a03-1f86-4b21-91d0-5cd5e28ac799&quot;:{&quot;type&quot;:&quot;FIGURE_OBJECT&quot;,&quot;id&quot;:&quot;72925a03-1f86-4b21-91d0-5cd5e28ac799&quot;,&quot;relativeTransform&quot;:{&quot;translate&quot;:{&quot;x&quot;:105.01960264458921,&quot;y&quot;:56.52225600891116},&quot;rotate&quot;:0},&quot;opacity&quot;:1,&quot;path&quot;:{&quot;type&quot;:&quot;POLY_LINE&quot;,&quot;points&quot;:[{&quot;x&quot;:-45.05609436052464,&quot;y&quot;:-5.822354576840212},{&quot;x&quot;:-45.05609436052464,&quot;y&quot;:5.822354576840212},{&quot;x&quot;:45.05609436052464,&quot;y&quot;:5.822354576840212},{&quot;x&quot;:45.05609436052464,&quot;y&quot;:-5.822354576840212}],&quot;closed&quot;:false},&quot;pathStyles&quot;:[{&quot;type&quot;:&quot;FILL&quot;,&quot;fillStyle&quot;:&quot;transparent&quot;},{&quot;type&quot;:&quot;STROKE&quot;,&quot;strokeStyle&quot;:&quot;rgba(70,69,70,1)&quot;,&quot;lineWidth&quot;:1,&quot;lineJoin&quot;:&quot;round&quot;}],&quot;isLocked&quot;:false,&quot;parent&quot;:{&quot;type&quot;:&quot;CHILD&quot;,&quot;parentId&quot;:&quot;36b67b16-22d6-4470-aa3b-ec18c03ca32f&quot;,&quot;order&quot;:&quot;97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a228b100-ab03-46f8-a885-e5bb5c68323b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a228b100-ab03-46f8-a885-e5bb5c68323b&quot;:{&quot;type&quot;:&quot;FIGURE_OBJECT&quot;,&quot;id&quot;:&quot;a228b100-ab03-46f8-a885-e5bb5c68323b&quot;,&quot;relativeTransform&quot;:{&quot;translate&quot;:{&quot;x&quot;:201.967178906458,&quot;y&quot;:56.52225600891116},&quot;rotate&quot;:0},&quot;opacity&quot;:1,&quot;path&quot;:{&quot;type&quot;:&quot;POLY_LINE&quot;,&quot;points&quot;:[{&quot;x&quot;:-45.05609436052464,&quot;y&quot;:-5.822354576840212},{&quot;x&quot;:-45.05609436052464,&quot;y&quot;:5.822354576840212},{&quot;x&quot;:45.05609436052464,&quot;y&quot;:5.822354576840212},{&quot;x&quot;:45.05609436052464,&quot;y&quot;:-5.822354576840212}],&quot;closed&quot;:false},&quot;pathStyles&quot;:[{&quot;type&quot;:&quot;FILL&quot;,&quot;fillStyle&quot;:&quot;transparent&quot;},{&quot;type&quot;:&quot;STROKE&quot;,&quot;strokeStyle&quot;:&quot;rgba(70,69,70,1)&quot;,&quot;lineWidth&quot;:1,&quot;lineJoin&quot;:&quot;round&quot;}],&quot;isLocked&quot;:false,&quot;parent&quot;:{&quot;type&quot;:&quot;CHILD&quot;,&quot;parentId&quot;:&quot;36b67b16-22d6-4470-aa3b-ec18c03ca32f&quot;,&quot;order&quot;:&quot;972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116eb07e-e061-4184-b9b0-c135a807ea2c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116eb07e-e061-4184-b9b0-c135a807ea2c&quot;:{&quot;type&quot;:&quot;FIGURE_OBJECT&quot;,&quot;id&quot;:&quot;116eb07e-e061-4184-b9b0-c135a807ea2c&quot;,&quot;relativeTransform&quot;:{&quot;translate&quot;:{&quot;x&quot;:-210.63239403635203,&quot;y&quot;:-76.88474938869108},&quot;rotate&quot;:0},&quot;opacity&quot;:1,&quot;path&quot;:{&quot;type&quot;:&quot;POLY_LINE&quot;,&quot;points&quot;:[{&quot;x&quot;:0,&quot;y&quot;:-65.95974927742913},{&quot;x&quot;:0,&quot;y&quot;:65.95974927742913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ff&quot;,&quot;0.45&quot;:&quot;#232323ff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6b67b16-22d6-4470-aa3b-ec18c03ca32f&quot;,&quot;order&quot;:&quot;98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dabbc63deb936ee77e3"/>
  <p:tag name="FIGURESLIDEID" val="36b67b16-22d6-4470-aa3b-ec18c03ca32f"/>
  <p:tag name="SELECTIONIDS" val="ac4030ee-f65c-4db1-98e7-4382d27626ec"/>
  <p:tag name="TRANSPARENTBACKGROUND" val="true"/>
  <p:tag name="VERSION" val="1781706174853"/>
  <p:tag name="TITLE" val="Central Dogma"/>
  <p:tag name="CREATORNAME" val="Keisuke Ishihara"/>
  <p:tag name="DATEINSERTED" val="1781706175032"/>
  <p:tag name="DPI" val="300"/>
  <p:tag name="BIOJSON" val="{&quot;id&quot;:&quot;c1673474-4e15-4c9c-8e38-5f6905c3efa7&quot;,&quot;objects&quot;:{&quot;ac4030ee-f65c-4db1-98e7-4382d27626ec&quot;:{&quot;type&quot;:&quot;FIGURE_OBJECT&quot;,&quot;id&quot;:&quot;ac4030ee-f65c-4db1-98e7-4382d27626ec&quot;,&quot;relativeTransform&quot;:{&quot;translate&quot;:{&quot;x&quot;:-210.63239403635203,&quot;y&quot;:71.74247661987849},&quot;rotate&quot;:0},&quot;opacity&quot;:1,&quot;path&quot;:{&quot;type&quot;:&quot;POLY_LINE&quot;,&quot;points&quot;:[{&quot;x&quot;:0,&quot;y&quot;:-52.66747654040559},{&quot;x&quot;:0,&quot;y&quot;:52.66747654040534}],&quot;closed&quot;:false},&quot;pathStyles&quot;:[{&quot;type&quot;:&quot;FILL&quot;,&quot;fillStyle&quot;:&quot;transparent&quot;},{&quot;type&quot;:&quot;STROKE&quot;,&quot;strokeStyle&quot;:{&quot;units&quot;:&quot;PATH_LENGTH&quot;,&quot;stops&quot;:{&quot;0&quot;:&quot;#23232300&quot;,&quot;1&quot;:&quot;#232323ff&quot;,&quot;0.45&quot;:&quot;#232323ff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36b67b16-22d6-4470-aa3b-ec18c03ca32f&quot;,&quot;order&quot;:&quot;99&quot;}},&quot;36b67b16-22d6-4470-aa3b-ec18c03ca32f&quot;:{&quot;type&quot;:&quot;FIGURE_OBJECT&quot;,&quot;id&quot;:&quot;36b67b16-22d6-4470-aa3b-ec18c03ca32f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c1673474-4e15-4c9c-8e38-5f6905c3efa7&quot;,&quot;order&quot;:&quot;5&quot;},&quot;source&quot;:{&quot;id&quot;:&quot;5e1f3d526bca230087063490&quot;,&quot;type&quot;:&quot;TEMPLATES&quot;}},&quot;c1673474-4e15-4c9c-8e38-5f6905c3efa7&quot;:{&quot;id&quot;:&quot;c1673474-4e15-4c9c-8e38-5f6905c3efa7&quot;,&quot;type&quot;:&quot;FIGURE_OBJECT&quot;,&quot;document&quot;:{&quot;type&quot;:&quot;DOCUMENT_GROUP&quot;,&quot;canvasType&quot;:&quot;FIGURE&quot;,&quot;units&quot;:&quot;in&quot;},&quot;source&quot;:{&quot;id&quot;:&quot;5e1f3d526bca230087063490&quot;,&quot;type&quot;:&quot;TEMPLATES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fe1a23ef7b915e38d95"/>
  <p:tag name="FIGURESLIDEID" val="adae42c0-babe-43b0-bac7-dd49ae63d92c"/>
  <p:tag name="SELECTIONIDS" val="65698636-a3b6-4c96-a22d-efb581960810"/>
  <p:tag name="TRANSPARENTBACKGROUND" val="true"/>
  <p:tag name="VERSION" val="1781706736475"/>
  <p:tag name="TITLE" val="Icon Pack - Haematology"/>
  <p:tag name="CREATORNAME" val="Keisuke Ishihara"/>
  <p:tag name="DATEINSERTED" val="1781706736731"/>
  <p:tag name="DPI" val="300"/>
  <p:tag name="BIOJSON" val="{&quot;id&quot;:&quot;e2977ea1-db30-4cca-9469-745f07b1e60b&quot;,&quot;objects&quot;:{&quot;65698636-a3b6-4c96-a22d-efb581960810&quot;:{&quot;id&quot;:&quot;65698636-a3b6-4c96-a22d-efb581960810&quot;,&quot;name&quot;:&quot;Red blood cell (sickled)&quot;,&quot;type&quot;:&quot;FIGURE_OBJECT&quot;,&quot;relativeTransform&quot;:{&quot;translate&quot;:{&quot;x&quot;:-254.04388069332606,&quot;y&quot;:0.31634693561191085},&quot;rotate&quot;:0,&quot;skewX&quot;:0,&quot;scale&quot;:{&quot;x&quot;:0.94858954122358,&quot;y&quot;:0.94858954122358}},&quot;image&quot;:{&quot;url&quot;:&quot;https://icons.biorender.com/biorender/61815f94a1b5510029bfbee2/20211102155745/image/red-blood-cell-sickled-01.png&quot;,&quot;isPremium&quot;:false,&quot;isPacked&quot;:true,&quot;size&quot;:{&quot;x&quot;:100,&quot;y&quot;:71.2707182320442}},&quot;source&quot;:{&quot;id&quot;:&quot;61815f94a1b5510029bfbee2&quot;,&quot;type&quot;:&quot;ASSETS&quot;},&quot;isPremium&quot;:false,&quot;parent&quot;:{&quot;type&quot;:&quot;CHILD&quot;,&quot;parentId&quot;:&quot;adae42c0-babe-43b0-bac7-dd49ae63d92c&quot;,&quot;order&quot;:&quot;2&quot;}},&quot;adae42c0-babe-43b0-bac7-dd49ae63d92c&quot;:{&quot;type&quot;:&quot;FIGURE_OBJECT&quot;,&quot;id&quot;:&quot;adae42c0-babe-43b0-bac7-dd49ae63d92c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e2977ea1-db30-4cca-9469-745f07b1e60b&quot;,&quot;order&quot;:&quot;5&quot;},&quot;source&quot;:{&quot;id&quot;:&quot;6064ca0af3f4e7009d4b732e&quot;,&quot;type&quot;:&quot;TEMPLATES&quot;}},&quot;e2977ea1-db30-4cca-9469-745f07b1e60b&quot;:{&quot;id&quot;:&quot;e2977ea1-db30-4cca-9469-745f07b1e60b&quot;,&quot;type&quot;:&quot;FIGURE_OBJECT&quot;,&quot;document&quot;:{&quot;type&quot;:&quot;DOCUMENT_GROUP&quot;,&quot;canvasType&quot;:&quot;FIGURE&quot;,&quot;units&quot;:&quot;in&quot;},&quot;source&quot;:{&quot;id&quot;:&quot;6064ca0af3f4e7009d4b732e&quot;,&quot;type&quot;:&quot;TEMPLATES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fe1a23ef7b915e38d95"/>
  <p:tag name="FIGURESLIDEID" val="adae42c0-babe-43b0-bac7-dd49ae63d92c"/>
  <p:tag name="SELECTIONIDS" val="74184a4e-cfd5-45bc-976e-e0cbce58aa0c"/>
  <p:tag name="TRANSPARENTBACKGROUND" val="true"/>
  <p:tag name="VERSION" val="1781706736475"/>
  <p:tag name="TITLE" val="Icon Pack - Haematology"/>
  <p:tag name="CREATORNAME" val="Keisuke Ishihara"/>
  <p:tag name="DATEINSERTED" val="1781706736731"/>
  <p:tag name="DPI" val="300"/>
  <p:tag name="BIOJSON" val="{&quot;id&quot;:&quot;e2977ea1-db30-4cca-9469-745f07b1e60b&quot;,&quot;objects&quot;:{&quot;74184a4e-cfd5-45bc-976e-e0cbce58aa0c&quot;:{&quot;id&quot;:&quot;74184a4e-cfd5-45bc-976e-e0cbce58aa0c&quot;,&quot;name&quot;:&quot;Red blood cell 1&quot;,&quot;type&quot;:&quot;FIGURE_OBJECT&quot;,&quot;relativeTransform&quot;:{&quot;translate&quot;:{&quot;x&quot;:-384.89558994374084,&quot;y&quot;:-0.7994150934015554},&quot;rotate&quot;:0,&quot;skewX&quot;:0,&quot;scale&quot;:{&quot;x&quot;:1.01142454639476,&quot;y&quot;:1.01142454639476}},&quot;image&quot;:{&quot;url&quot;:&quot;https://icons.biorender.com/biorender/6181567ea1b5510029bfbe29/20211102151911/image/red-blood-cell-1-01.png&quot;,&quot;isPremium&quot;:false,&quot;isPacked&quot;:true,&quot;size&quot;:{&quot;x&quot;:100,&quot;y&quot;:75.93582887700535}},&quot;source&quot;:{&quot;id&quot;:&quot;6181567ea1b5510029bfbe29&quot;,&quot;type&quot;:&quot;ASSETS&quot;},&quot;isPremium&quot;:false,&quot;parent&quot;:{&quot;type&quot;:&quot;CHILD&quot;,&quot;parentId&quot;:&quot;adae42c0-babe-43b0-bac7-dd49ae63d92c&quot;,&quot;order&quot;:&quot;2&quot;}},&quot;adae42c0-babe-43b0-bac7-dd49ae63d92c&quot;:{&quot;type&quot;:&quot;FIGURE_OBJECT&quot;,&quot;id&quot;:&quot;adae42c0-babe-43b0-bac7-dd49ae63d92c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e2977ea1-db30-4cca-9469-745f07b1e60b&quot;,&quot;order&quot;:&quot;5&quot;},&quot;source&quot;:{&quot;id&quot;:&quot;6064ca0af3f4e7009d4b732e&quot;,&quot;type&quot;:&quot;TEMPLATES&quot;}},&quot;e2977ea1-db30-4cca-9469-745f07b1e60b&quot;:{&quot;id&quot;:&quot;e2977ea1-db30-4cca-9469-745f07b1e60b&quot;,&quot;type&quot;:&quot;FIGURE_OBJECT&quot;,&quot;document&quot;:{&quot;type&quot;:&quot;DOCUMENT_GROUP&quot;,&quot;canvasType&quot;:&quot;FIGURE&quot;,&quot;units&quot;:&quot;in&quot;},&quot;source&quot;:{&quot;id&quot;:&quot;6064ca0af3f4e7009d4b732e&quot;,&quot;type&quot;:&quot;TEMPLATES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d37dcbb5-8063-47f6-881d-06115ef754d9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d37dcbb5-8063-47f6-881d-06115ef754d9&quot;:{&quot;type&quot;:&quot;FIGURE_OBJECT&quot;,&quot;id&quot;:&quot;d37dcbb5-8063-47f6-881d-06115ef754d9&quot;,&quot;relativeTransform&quot;:{&quot;translate&quot;:{&quot;x&quot;:-439.21400000000006,&quot;y&quot;:-153.02335912404658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67,&quot;y&quot;:54.899460144391924},&quot;cornerRounding&quot;:{&quot;type&quot;:&quot;ARC_LENGTH&quot;,&quot;global&quot;:6.126105674500097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01&quot;}},&quot;93452838-6c7a-4d0b-a9c7-453b27e46012&quot;:{&quot;type&quot;:&quot;FIGURE_OBJECT&quot;,&quot;id&quot;:&quot;93452838-6c7a-4d0b-a9c7-453b27e46012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8]}],&quot;text&quot;:&quot;DNA level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65.8780361757106,&quot;y&quot;:22},&quot;targetSize&quot;:{&quot;x&quot;:165.8780361757106,&quot;y&quot;:2},&quot;format&quot;:&quot;BETTER_TEXT&quot;},&quot;parent&quot;:{&quot;type&quot;:&quot;CHILD&quot;,&quot;parentId&quot;:&quot;d37dcbb5-8063-47f6-881d-06115ef754d9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00c23211-aff0-485f-b2f6-3d6adcf1dea5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00c23211-aff0-485f-b2f6-3d6adcf1dea5&quot;:{&quot;type&quot;:&quot;FIGURE_OBJECT&quot;,&quot;id&quot;:&quot;00c23211-aff0-485f-b2f6-3d6adcf1dea5&quot;,&quot;relativeTransform&quot;:{&quot;translate&quot;:{&quot;x&quot;:-439.21400000000006,&quot;y&quot;:-67.78022286248722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67,&quot;y&quot;:54.899460144391924},&quot;cornerRounding&quot;:{&quot;type&quot;:&quot;ARC_LENGTH&quot;,&quot;global&quot;:6.126105674500097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02&quot;}},&quot;392e815b-79c5-4aa2-8e32-5725c9e70178&quot;:{&quot;type&quot;:&quot;FIGURE_OBJECT&quot;,&quot;id&quot;:&quot;392e815b-79c5-4aa2-8e32-5725c9e70178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9]}],&quot;text&quot;:&quot;mRNA level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65.8780361757106,&quot;y&quot;:22},&quot;targetSize&quot;:{&quot;x&quot;:165.8780361757106,&quot;y&quot;:2},&quot;format&quot;:&quot;BETTER_TEXT&quot;},&quot;parent&quot;:{&quot;type&quot;:&quot;CHILD&quot;,&quot;parentId&quot;:&quot;00c23211-aff0-485f-b2f6-3d6adcf1dea5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e4739769-f4b4-4fce-a02d-243a2e217914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e4739769-f4b4-4fce-a02d-243a2e217914&quot;:{&quot;type&quot;:&quot;FIGURE_OBJECT&quot;,&quot;id&quot;:&quot;e4739769-f4b4-4fce-a02d-243a2e217914&quot;,&quot;relativeTransform&quot;:{&quot;translate&quot;:{&quot;x&quot;:-439.21400000000006,&quot;y&quot;:17.462913399072136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67,&quot;y&quot;:54.899460144391924},&quot;cornerRounding&quot;:{&quot;type&quot;:&quot;ARC_LENGTH&quot;,&quot;global&quot;:6.126105674500097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05&quot;}},&quot;be42028a-04f6-4c57-b651-2e91cefa8b97&quot;:{&quot;type&quot;:&quot;FIGURE_OBJECT&quot;,&quot;id&quot;:&quot;be42028a-04f6-4c57-b651-2e91cefa8b9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12]}],&quot;text&quot;:&quot;Protein level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65.8780361757106,&quot;y&quot;:22},&quot;targetSize&quot;:{&quot;x&quot;:165.8780361757106,&quot;y&quot;:2},&quot;format&quot;:&quot;BETTER_TEXT&quot;},&quot;parent&quot;:{&quot;type&quot;:&quot;CHILD&quot;,&quot;parentId&quot;:&quot;e4739769-f4b4-4fce-a02d-243a2e217914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ac11fe43-a2a3-4051-9cc9-ed3a00cd391e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ac11fe43-a2a3-4051-9cc9-ed3a00cd391e&quot;:{&quot;type&quot;:&quot;FIGURE_OBJECT&quot;,&quot;id&quot;:&quot;ac11fe43-a2a3-4051-9cc9-ed3a00cd391e&quot;,&quot;relativeTransform&quot;:{&quot;translate&quot;:{&quot;x&quot;:351.6827404133504,&quot;y&quot;:-259.2101739068542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342.0610525778509,&quot;y&quot;:39},&quot;cornerRounding&quot;:{&quot;type&quot;:&quot;ARC_LENGTH&quot;,&quot;global&quot;:6.126105674500097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06&quot;}},&quot;36301b7e-11e0-40be-b2cc-b8340c2f8a94&quot;:{&quot;type&quot;:&quot;FIGURE_OBJECT&quot;,&quot;id&quot;:&quot;36301b7e-11e0-40be-b2cc-b8340c2f8a9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7]}],&quot;text&quot;:&quot;MISSENSE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339.7629679868885,&quot;y&quot;:22},&quot;targetSize&quot;:{&quot;x&quot;:339.76296798688844,&quot;y&quot;:2},&quot;format&quot;:&quot;BETTER_TEXT&quot;},&quot;parent&quot;:{&quot;type&quot;:&quot;CHILD&quot;,&quot;parentId&quot;:&quot;ac11fe43-a2a3-4051-9cc9-ed3a00cd391e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1700f190-a571-48e7-abe1-493ae46d79bc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1700f190-a571-48e7-abe1-493ae46d79bc&quot;:{&quot;type&quot;:&quot;FIGURE_OBJECT&quot;,&quot;id&quot;:&quot;1700f190-a571-48e7-abe1-493ae46d79bc&quot;,&quot;relativeTransform&quot;:{&quot;translate&quot;:{&quot;x&quot;:-439.2135758244051,&quot;y&quot;:-110.81241370263535},&quot;rotate&quot;:0,&quot;skewX&quot;:0,&quot;scale&quot;:{&quot;x&quot;:1,&quot;y&quot;:1}},&quot;opacity&quot;:1,&quot;path&quot;:{&quot;type&quot;:&quot;POLY_LINE&quot;,&quot;points&quot;:[{&quot;x&quot;:0,&quot;y&quot;:-15},{&quot;x&quot;:0,&quot;y&quot;:15}],&quot;closed&quot;:false},&quot;pathStyles&quot;:[{&quot;type&quot;:&quot;FILL&quot;,&quot;fillStyle&quot;:&quot;rgba(0,0,0,0)&quot;},{&quot;type&quot;:&quot;STROKE&quot;,&quot;strokeStyle&quot;:&quot;rgba(23,56,98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2424ab4-2475-4a50-801a-97ad9233553b&quot;,&quot;order&quot;:&quot;07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093b43fb-674e-4a87-920b-a8d28d540eaa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093b43fb-674e-4a87-920b-a8d28d540eaa&quot;:{&quot;type&quot;:&quot;FIGURE_OBJECT&quot;,&quot;id&quot;:&quot;093b43fb-674e-4a87-920b-a8d28d540eaa&quot;,&quot;relativeTransform&quot;:{&quot;translate&quot;:{&quot;x&quot;:-439.2135758244053,&quot;y&quot;:-25.812413702635354},&quot;rotate&quot;:0,&quot;skewX&quot;:0,&quot;scale&quot;:{&quot;x&quot;:1,&quot;y&quot;:1}},&quot;opacity&quot;:1,&quot;path&quot;:{&quot;type&quot;:&quot;POLY_LINE&quot;,&quot;points&quot;:[{&quot;x&quot;:0,&quot;y&quot;:-15},{&quot;x&quot;:0,&quot;y&quot;:15}],&quot;closed&quot;:false},&quot;pathStyles&quot;:[{&quot;type&quot;:&quot;FILL&quot;,&quot;fillStyle&quot;:&quot;rgba(0,0,0,0)&quot;},{&quot;type&quot;:&quot;STROKE&quot;,&quot;strokeStyle&quot;:&quot;rgba(23,56,98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2424ab4-2475-4a50-801a-97ad9233553b&quot;,&quot;order&quot;:&quot;1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33ad44d0-c95e-4851-b548-d2b29897d133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33ad44d0-c95e-4851-b548-d2b29897d133&quot;:{&quot;type&quot;:&quot;FIGURE_OBJECT&quot;,&quot;id&quot;:&quot;33ad44d0-c95e-4851-b548-d2b29897d133&quot;,&quot;relativeTransform&quot;:{&quot;translate&quot;:{&quot;x&quot;:174.5570754680507,&quot;y&quot;:-307.9520000000001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696.3128863394732,&quot;y&quot;:39},&quot;cornerRounding&quot;:{&quot;type&quot;:&quot;ARC_LENGTH&quot;,&quot;global&quot;:6.1261056745000975}},&quot;pathStyles&quot;:[{&quot;type&quot;:&quot;FILL&quot;,&quot;fillStyle&quot;:&quot;rgba(35, 70, 115, 1)&quot;},{&quot;type&quot;:&quot;STROKE&quot;,&quot;strokeStyle&quot;:&quot;rgba(5, 7, 41, 1)&quot;,&quot;lineWidth&quot;:0,&quot;lineJoin&quot;:&quot;round&quot;}],&quot;isLocked&quot;:false,&quot;parent&quot;:{&quot;type&quot;:&quot;CHILD&quot;,&quot;parentId&quot;:&quot;c2424ab4-2475-4a50-801a-97ad9233553b&quot;,&quot;order&quot;:&quot;11&quot;}},&quot;a4b6ffb8-472a-4a3c-b833-58b63e588f16&quot;:{&quot;type&quot;:&quot;FIGURE_OBJECT&quot;,&quot;id&quot;:&quot;a4b6ffb8-472a-4a3c-b833-58b63e588f1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,&quot;range&quot;:[1,14]}],&quot;text&quot;:&quot;POINT MUTATIONS&quot;,&quot;base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}],&quot;verticalAlign&quot;:&quot;TOP&quot;},&quot;size&quot;:{&quot;x&quot;:691.6348152684586,&quot;y&quot;:22},&quot;targetSize&quot;:{&quot;x&quot;:691.6348152684586,&quot;y&quot;:2},&quot;format&quot;:&quot;BETTER_TEXT&quot;},&quot;parent&quot;:{&quot;type&quot;:&quot;CHILD&quot;,&quot;parentId&quot;:&quot;33ad44d0-c95e-4851-b548-d2b29897d133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f9c5b6f6-ad92-4aea-a8a7-1199d4cc53e1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f9c5b6f6-ad92-4aea-a8a7-1199d4cc53e1&quot;:{&quot;type&quot;:&quot;FIGURE_OBJECT&quot;,&quot;id&quot;:&quot;f9c5b6f6-ad92-4aea-a8a7-1199d4cc53e1&quot;,&quot;relativeTransform&quot;:{&quot;translate&quot;:{&quot;x&quot;:-264.23205661520797,&quot;y&quot;:-67.76969487939415},&quot;rotate&quot;:0,&quot;skewX&quot;:0,&quot;scale&quot;:{&quot;x&quot;:1,&quot;y&quot;:1}},&quot;opacity&quot;:1,&quot;path&quot;:{&quot;type&quot;:&quot;RECT&quot;,&quot;size&quot;:{&quot;x&quot;:143.41025794793677,&quot;y&quot;:228.0374964603802},&quot;cornerRounding&quot;:{&quot;type&quot;:&quot;ARC_LENGTH&quot;,&quot;global&quot;:6.1261056745000975}},&quot;pathStyles&quot;:[{&quot;type&quot;:&quot;FILL&quot;,&quot;fillStyle&quot;:&quot;rgba(241,246,255,1)&quot;},{&quot;type&quot;:&quot;STROKE&quot;,&quot;strokeStyle&quot;:&quot;rgba(186, 200, 218, 1)&quot;,&quot;lineWidth&quot;:0,&quot;lineJoin&quot;:&quot;round&quot;}],&quot;isLocked&quot;:false,&quot;parent&quot;:{&quot;type&quot;:&quot;CHILD&quot;,&quot;parentId&quot;:&quot;c2424ab4-2475-4a50-801a-97ad9233553b&quot;,&quot;order&quot;:&quot;12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f8fe7968-e7f0-4307-8138-0196527b36e3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f8fe7968-e7f0-4307-8138-0196527b36e3&quot;:{&quot;type&quot;:&quot;FIGURE_OBJECT&quot;,&quot;id&quot;:&quot;f8fe7968-e7f0-4307-8138-0196527b36e3&quot;,&quot;relativeTransform&quot;:{&quot;translate&quot;:{&quot;x&quot;:-264.57363783506946,&quot;y&quot;:-307.9520000000001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3,&quot;y&quot;:39},&quot;cornerRounding&quot;:{&quot;type&quot;:&quot;ARC_LENGTH&quot;,&quot;global&quot;:6.408043476745336}},&quot;pathStyles&quot;:[{&quot;type&quot;:&quot;FILL&quot;,&quot;fillStyle&quot;:&quot;rgba(35, 70, 115, 1)&quot;},{&quot;type&quot;:&quot;STROKE&quot;,&quot;strokeStyle&quot;:&quot;rgba(5, 7, 41, 1)&quot;,&quot;lineWidth&quot;:0,&quot;lineJoin&quot;:&quot;round&quot;}],&quot;isLocked&quot;:false,&quot;parent&quot;:{&quot;type&quot;:&quot;CHILD&quot;,&quot;parentId&quot;:&quot;c2424ab4-2475-4a50-801a-97ad9233553b&quot;,&quot;order&quot;:&quot;17&quot;}},&quot;1473a5d9-c86c-4111-a564-543170f70199&quot;:{&quot;type&quot;:&quot;FIGURE_OBJECT&quot;,&quot;id&quot;:&quot;1473a5d9-c86c-4111-a564-543170f7019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,&quot;range&quot;:[1,10]}],&quot;text&quot;:&quot;NO MUTATION&quot;,&quot;baseStyle&quot;:{&quot;fontFamily&quot;:&quot;Roboto&quot;,&quot;fontSize&quot;:18.666666666666664,&quot;color&quot;:&quot;rgba(255,255,255,1)&quot;,&quot;fontWeight&quot;:&quot;bold&quot;,&quot;fontStyle&quot;:&quot;normal&quot;,&quot;decoration&quot;:&quot;none&quot;,&quot;script&quot;:&quot;none&quot;}}],&quot;verticalAlign&quot;:&quot;TOP&quot;},&quot;size&quot;:{&quot;x&quot;:142.03927648578812,&quot;y&quot;:22},&quot;targetSize&quot;:{&quot;x&quot;:142.03927648578812,&quot;y&quot;:2},&quot;format&quot;:&quot;BETTER_TEXT&quot;},&quot;parent&quot;:{&quot;type&quot;:&quot;CHILD&quot;,&quot;parentId&quot;:&quot;f8fe7968-e7f0-4307-8138-0196527b36e3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4561d346-8acc-4b72-a8cb-54e9f2ed75ee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4561d346-8acc-4b72-a8cb-54e9f2ed75ee&quot;:{&quot;type&quot;:&quot;FIGURE_OBJECT&quot;,&quot;id&quot;:&quot;4561d346-8acc-4b72-a8cb-54e9f2ed75ee&quot;,&quot;relativeTransform&quot;:{&quot;translate&quot;:{&quot;x&quot;:82.33876993877448,&quot;y&quot;:-67.36555463862959},&quot;rotate&quot;:0,&quot;skewX&quot;:0,&quot;scale&quot;:{&quot;x&quot;:1,&quot;y&quot;:1}},&quot;opacity&quot;:1,&quot;path&quot;:{&quot;type&quot;:&quot;RECT&quot;,&quot;size&quot;:{&quot;x&quot;:155.10535003938753,&quot;y&quot;:227.22921597885136},&quot;cornerRounding&quot;:{&quot;type&quot;:&quot;ARC_LENGTH&quot;,&quot;global&quot;:6.1261056745000975}},&quot;pathStyles&quot;:[{&quot;type&quot;:&quot;FILL&quot;,&quot;fillStyle&quot;:&quot;rgba(241,246,255,1)&quot;},{&quot;type&quot;:&quot;STROKE&quot;,&quot;strokeStyle&quot;:&quot;rgba(186, 200, 218, 1)&quot;,&quot;lineWidth&quot;:0,&quot;lineJoin&quot;:&quot;round&quot;}],&quot;isLocked&quot;:false,&quot;parent&quot;:{&quot;type&quot;:&quot;CHILD&quot;,&quot;parentId&quot;:&quot;c2424ab4-2475-4a50-801a-97ad9233553b&quot;,&quot;order&quot;:&quot;26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a17eec8c-8193-4c8b-910c-8704c8927226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a17eec8c-8193-4c8b-910c-8704c8927226&quot;:{&quot;type&quot;:&quot;FIGURE_OBJECT&quot;,&quot;id&quot;:&quot;a17eec8c-8193-4c8b-910c-8704c8927226&quot;,&quot;relativeTransform&quot;:{&quot;translate&quot;:{&quot;x&quot;:82.33876993877446,&quot;y&quot;:-259.2101739068542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55.99999999999997,&quot;y&quot;:39},&quot;cornerRounding&quot;:{&quot;type&quot;:&quot;ARC_LENGTH&quot;,&quot;global&quot;:6.126105674500097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27&quot;}},&quot;c3471df6-5b2b-4d1f-8ec2-a188556039cd&quot;:{&quot;type&quot;:&quot;FIGURE_OBJECT&quot;,&quot;id&quot;:&quot;c3471df6-5b2b-4d1f-8ec2-a188556039c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7]}],&quot;text&quot;:&quot;NONSENSE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54.95193798449608,&quot;y&quot;:22},&quot;targetSize&quot;:{&quot;x&quot;:154.95193798449608,&quot;y&quot;:2},&quot;format&quot;:&quot;BETTER_TEXT&quot;},&quot;parent&quot;:{&quot;type&quot;:&quot;CHILD&quot;,&quot;parentId&quot;:&quot;a17eec8c-8193-4c8b-910c-8704c8927226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304433d4-d1de-4688-bcbd-cdb76707786c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304433d4-d1de-4688-bcbd-cdb76707786c&quot;:{&quot;type&quot;:&quot;FIGURE_OBJECT&quot;,&quot;id&quot;:&quot;304433d4-d1de-4688-bcbd-cdb76707786c&quot;,&quot;relativeTransform&quot;:{&quot;translate&quot;:{&quot;x&quot;:-94.26493258234734,&quot;y&quot;:-67.8466623837653},&quot;rotate&quot;:0,&quot;skewX&quot;:0,&quot;scale&quot;:{&quot;x&quot;:1,&quot;y&quot;:1}},&quot;opacity&quot;:1,&quot;path&quot;:{&quot;type&quot;:&quot;RECT&quot;,&quot;size&quot;:{&quot;x&quot;:155.10535003938753,&quot;y&quot;:228.01698418987962},&quot;cornerRounding&quot;:{&quot;type&quot;:&quot;ARC_LENGTH&quot;,&quot;global&quot;:6.1261056745000975}},&quot;pathStyles&quot;:[{&quot;type&quot;:&quot;FILL&quot;,&quot;fillStyle&quot;:&quot;rgba(241,246,255,1)&quot;},{&quot;type&quot;:&quot;STROKE&quot;,&quot;strokeStyle&quot;:&quot;rgba(186, 200, 218, 1)&quot;,&quot;lineWidth&quot;:0,&quot;lineJoin&quot;:&quot;round&quot;}],&quot;isLocked&quot;:false,&quot;parent&quot;:{&quot;type&quot;:&quot;CHILD&quot;,&quot;parentId&quot;:&quot;c2424ab4-2475-4a50-801a-97ad9233553b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d622ddf3-3b39-40fa-ac36-52c6244ab2b2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d622ddf3-3b39-40fa-ac36-52c6244ab2b2&quot;:{&quot;type&quot;:&quot;FIGURE_OBJECT&quot;,&quot;id&quot;:&quot;d622ddf3-3b39-40fa-ac36-52c6244ab2b2&quot;,&quot;relativeTransform&quot;:{&quot;translate&quot;:{&quot;x&quot;:-94.26493258234734,&quot;y&quot;:-259.2101739068542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55.90467162238951,&quot;y&quot;:39},&quot;cornerRounding&quot;:{&quot;type&quot;:&quot;ARC_LENGTH&quot;,&quot;global&quot;:6.754424205218055}},&quot;pathStyles&quot;:[{&quot;type&quot;:&quot;FILL&quot;,&quot;fillStyle&quot;:&quot;rgba(207, 213, 232, 1)&quot;},{&quot;type&quot;:&quot;STROKE&quot;,&quot;strokeStyle&quot;:&quot;rgba(50, 64, 104, 1)&quot;,&quot;lineWidth&quot;:0,&quot;lineJoin&quot;:&quot;round&quot;}],&quot;isLocked&quot;:false,&quot;parent&quot;:{&quot;type&quot;:&quot;CHILD&quot;,&quot;parentId&quot;:&quot;c2424ab4-2475-4a50-801a-97ad9233553b&quot;,&quot;order&quot;:&quot;51&quot;}},&quot;5496f362-6297-48ea-99c2-b491b42f3d56&quot;:{&quot;type&quot;:&quot;FIGURE_OBJECT&quot;,&quot;id&quot;:&quot;5496f362-6297-48ea-99c2-b491b42f3d5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5]}],&quot;text&quot;:&quot;SILENT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54.85725005593414,&quot;y&quot;:22},&quot;targetSize&quot;:{&quot;x&quot;:154.85725005593412,&quot;y&quot;:2},&quot;format&quot;:&quot;BETTER_TEXT&quot;},&quot;parent&quot;:{&quot;type&quot;:&quot;CHILD&quot;,&quot;parentId&quot;:&quot;d622ddf3-3b39-40fa-ac36-52c6244ab2b2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b26b35b9-1f6a-46c4-a2f2-459e41681df4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b26b35b9-1f6a-46c4-a2f2-459e41681df4&quot;:{&quot;type&quot;:&quot;FIGURE_OBJECT&quot;,&quot;id&quot;:&quot;b26b35b9-1f6a-46c4-a2f2-459e41681df4&quot;,&quot;relativeTransform&quot;:{&quot;translate&quot;:{&quot;x&quot;:260.66962159302113,&quot;y&quot;:-67.80305056395474},&quot;rotate&quot;:0,&quot;skewX&quot;:0,&quot;scale&quot;:{&quot;x&quot;:1,&quot;y&quot;:1}},&quot;opacity&quot;:1,&quot;path&quot;:{&quot;type&quot;:&quot;RECT&quot;,&quot;size&quot;:{&quot;x&quot;:155.10535003938753,&quot;y&quot;:228.1042078295012},&quot;cornerRounding&quot;:{&quot;type&quot;:&quot;ARC_LENGTH&quot;,&quot;global&quot;:6.1261056745000975}},&quot;pathStyles&quot;:[{&quot;type&quot;:&quot;FILL&quot;,&quot;fillStyle&quot;:&quot;rgba(241,246,255,1)&quot;},{&quot;type&quot;:&quot;STROKE&quot;,&quot;strokeStyle&quot;:&quot;rgba(186, 200, 218, 1)&quot;,&quot;lineWidth&quot;:0,&quot;lineJoin&quot;:&quot;round&quot;}],&quot;isLocked&quot;:false,&quot;parent&quot;:{&quot;type&quot;:&quot;CHILD&quot;,&quot;parentId&quot;:&quot;c2424ab4-2475-4a50-801a-97ad9233553b&quot;,&quot;order&quot;:&quot;61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54861c81-2c86-4ede-9037-f1b14eee5efb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54861c81-2c86-4ede-9037-f1b14eee5efb&quot;:{&quot;type&quot;:&quot;FIGURE_OBJECT&quot;,&quot;id&quot;:&quot;54861c81-2c86-4ede-9037-f1b14eee5efb&quot;,&quot;relativeTransform&quot;:{&quot;translate&quot;:{&quot;x&quot;:260.669621593021,&quot;y&quot;:-211.1861684243014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59.35896988863806,&quot;y&quot;:39},&quot;cornerRounding&quot;:{&quot;type&quot;:&quot;ARC_LENGTH&quot;,&quot;global&quot;:6.1261056745000975}},&quot;pathStyles&quot;:[{&quot;type&quot;:&quot;FILL&quot;,&quot;fillStyle&quot;:&quot;rgba(221, 218, 244, 1)&quot;},{&quot;type&quot;:&quot;STROKE&quot;,&quot;strokeStyle&quot;:&quot;rgba(66, 59, 100, 1)&quot;,&quot;lineWidth&quot;:0,&quot;lineJoin&quot;:&quot;round&quot;}],&quot;isLocked&quot;:false,&quot;parent&quot;:{&quot;type&quot;:&quot;CHILD&quot;,&quot;parentId&quot;:&quot;c2424ab4-2475-4a50-801a-97ad9233553b&quot;,&quot;order&quot;:&quot;62&quot;}},&quot;2562d159-28ad-4dd1-aa8f-5d397d648e6a&quot;:{&quot;type&quot;:&quot;FIGURE_OBJECT&quot;,&quot;id&quot;:&quot;2562d159-28ad-4dd1-aa8f-5d397d648e6a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11]}],&quot;text&quot;:&quot;Conservative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58.28834115036813,&quot;y&quot;:22},&quot;targetSize&quot;:{&quot;x&quot;:158.28834115036813,&quot;y&quot;:2},&quot;format&quot;:&quot;BETTER_TEXT&quot;},&quot;parent&quot;:{&quot;type&quot;:&quot;CHILD&quot;,&quot;parentId&quot;:&quot;54861c81-2c86-4ede-9037-f1b14eee5efb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acbf03f9-75b6-4491-8d6f-b923b67844e2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acbf03f9-75b6-4491-8d6f-b923b67844e2&quot;:{&quot;type&quot;:&quot;FIGURE_OBJECT&quot;,&quot;id&quot;:&quot;acbf03f9-75b6-4491-8d6f-b923b67844e2&quot;,&quot;relativeTransform&quot;:{&quot;translate&quot;:{&quot;x&quot;:441.8568699747716,&quot;y&quot;:-67.58430260129217},&quot;rotate&quot;:0,&quot;skewX&quot;:0,&quot;scale&quot;:{&quot;x&quot;:1,&quot;y&quot;:1}},&quot;opacity&quot;:1,&quot;path&quot;:{&quot;type&quot;:&quot;RECT&quot;,&quot;size&quot;:{&quot;x&quot;:159.1374378801229,&quot;y&quot;:227.66671190417628},&quot;cornerRounding&quot;:{&quot;type&quot;:&quot;ARC_LENGTH&quot;,&quot;global&quot;:6.1261056745000975}},&quot;pathStyles&quot;:[{&quot;type&quot;:&quot;FILL&quot;,&quot;fillStyle&quot;:&quot;rgba(241,246,255,1)&quot;},{&quot;type&quot;:&quot;STROKE&quot;,&quot;strokeStyle&quot;:&quot;rgba(186, 200, 218, 1)&quot;,&quot;lineWidth&quot;:0,&quot;lineJoin&quot;:&quot;round&quot;}],&quot;isLocked&quot;:false,&quot;parent&quot;:{&quot;type&quot;:&quot;CHILD&quot;,&quot;parentId&quot;:&quot;c2424ab4-2475-4a50-801a-97ad9233553b&quot;,&quot;order&quot;:&quot;72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5d5d5efd49e6ca8d8d9"/>
  <p:tag name="FIGURESLIDEID" val="c2424ab4-2475-4a50-801a-97ad9233553b"/>
  <p:tag name="SELECTIONIDS" val="ad9562d9-f48d-4279-ad97-9169bdca9ee8"/>
  <p:tag name="TRANSPARENTBACKGROUND" val="true"/>
  <p:tag name="VERSION" val="1781708253456"/>
  <p:tag name="TITLE" val="Point Mutations"/>
  <p:tag name="CREATORNAME" val="Keisuke Ishihara"/>
  <p:tag name="DATEINSERTED" val="1781708253624"/>
  <p:tag name="DPI" val="300"/>
  <p:tag name="BIOJSON" val="{&quot;id&quot;:&quot;57a9ade3-67c6-4988-bde8-77d17f98c9ab&quot;,&quot;objects&quot;:{&quot;ad9562d9-f48d-4279-ad97-9169bdca9ee8&quot;:{&quot;type&quot;:&quot;FIGURE_OBJECT&quot;,&quot;id&quot;:&quot;ad9562d9-f48d-4279-ad97-9169bdca9ee8&quot;,&quot;relativeTransform&quot;:{&quot;translate&quot;:{&quot;x&quot;:441.8568699747715,&quot;y&quot;:-211.18617390685415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61.71279345500875,&quot;y&quot;:39},&quot;cornerRounding&quot;:{&quot;type&quot;:&quot;ARC_LENGTH&quot;,&quot;global&quot;:6.1261056745000975}},&quot;pathStyles&quot;:[{&quot;type&quot;:&quot;FILL&quot;,&quot;fillStyle&quot;:&quot;rgba(221, 218, 244, 1)&quot;},{&quot;type&quot;:&quot;STROKE&quot;,&quot;strokeStyle&quot;:&quot;rgba(66, 59, 100, 1)&quot;,&quot;lineWidth&quot;:0,&quot;lineJoin&quot;:&quot;round&quot;}],&quot;isLocked&quot;:false,&quot;parent&quot;:{&quot;type&quot;:&quot;CHILD&quot;,&quot;parentId&quot;:&quot;c2424ab4-2475-4a50-801a-97ad9233553b&quot;,&quot;order&quot;:&quot;75&quot;}},&quot;8592e779-f83d-4d90-97da-d77ecfb23bd4&quot;:{&quot;type&quot;:&quot;FIGURE_OBJECT&quot;,&quot;id&quot;:&quot;8592e779-f83d-4d90-97da-d77ecfb23bd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0,0]},{&quot;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,&quot;range&quot;:[1,15]}],&quot;text&quot;:&quot;Non-conservative&quot;,&quot;baseStyle&quot;:{&quot;fontFamily&quot;:&quot;Roboto&quot;,&quot;fontSize&quot;:18.666666666666664,&quot;color&quot;:&quot;rgb(0,0,0)&quot;,&quot;fontWeight&quot;:&quot;bold&quot;,&quot;fontStyle&quot;:&quot;normal&quot;,&quot;decoration&quot;:&quot;none&quot;,&quot;script&quot;:&quot;none&quot;}}],&quot;verticalAlign&quot;:&quot;TOP&quot;},&quot;size&quot;:{&quot;x&quot;:160.62635091500093,&quot;y&quot;:22},&quot;targetSize&quot;:{&quot;x&quot;:160.62635091500093,&quot;y&quot;:2},&quot;format&quot;:&quot;BETTER_TEXT&quot;},&quot;parent&quot;:{&quot;type&quot;:&quot;CHILD&quot;,&quot;parentId&quot;:&quot;ad9562d9-f48d-4279-ad97-9169bdca9ee8&quot;,&quot;order&quot;:&quot;5&quot;}},&quot;c2424ab4-2475-4a50-801a-97ad9233553b&quot;:{&quot;type&quot;:&quot;FIGURE_OBJECT&quot;,&quot;id&quot;:&quot;c2424ab4-2475-4a50-801a-97ad9233553b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57a9ade3-67c6-4988-bde8-77d17f98c9ab&quot;,&quot;order&quot;:&quot;5&quot;},&quot;source&quot;:{&quot;id&quot;:&quot;6011afd48ad89c00932c9f0c&quot;,&quot;type&quot;:&quot;TEMPLATES&quot;}},&quot;57a9ade3-67c6-4988-bde8-77d17f98c9ab&quot;:{&quot;id&quot;:&quot;57a9ade3-67c6-4988-bde8-77d17f98c9ab&quot;,&quot;type&quot;:&quot;FIGURE_OBJECT&quot;,&quot;document&quot;:{&quot;type&quot;:&quot;DOCUMENT_GROUP&quot;,&quot;canvasType&quot;:&quot;FIGURE&quot;,&quot;units&quot;:&quot;in&quot;},&quot;source&quot;:{&quot;id&quot;:&quot;6011afd48ad89c00932c9f0c&quot;,&quot;type&quot;:&quot;TEMPLATES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fe1a23ef7b915e38d95"/>
  <p:tag name="FIGURESLIDEID" val="adae42c0-babe-43b0-bac7-dd49ae63d92c"/>
  <p:tag name="SELECTIONIDS" val="65698636-a3b6-4c96-a22d-efb581960810"/>
  <p:tag name="TRANSPARENTBACKGROUND" val="true"/>
  <p:tag name="VERSION" val="1781706736475"/>
  <p:tag name="TITLE" val="Icon Pack - Haematology"/>
  <p:tag name="CREATORNAME" val="Keisuke Ishihara"/>
  <p:tag name="DATEINSERTED" val="1781706736731"/>
  <p:tag name="DPI" val="300"/>
  <p:tag name="BIOJSON" val="{&quot;id&quot;:&quot;e2977ea1-db30-4cca-9469-745f07b1e60b&quot;,&quot;objects&quot;:{&quot;65698636-a3b6-4c96-a22d-efb581960810&quot;:{&quot;id&quot;:&quot;65698636-a3b6-4c96-a22d-efb581960810&quot;,&quot;name&quot;:&quot;Red blood cell (sickled)&quot;,&quot;type&quot;:&quot;FIGURE_OBJECT&quot;,&quot;relativeTransform&quot;:{&quot;translate&quot;:{&quot;x&quot;:-254.04388069332606,&quot;y&quot;:0.31634693561191085},&quot;rotate&quot;:0,&quot;skewX&quot;:0,&quot;scale&quot;:{&quot;x&quot;:0.94858954122358,&quot;y&quot;:0.94858954122358}},&quot;image&quot;:{&quot;url&quot;:&quot;https://icons.biorender.com/biorender/61815f94a1b5510029bfbee2/20211102155745/image/red-blood-cell-sickled-01.png&quot;,&quot;isPremium&quot;:false,&quot;isPacked&quot;:true,&quot;size&quot;:{&quot;x&quot;:100,&quot;y&quot;:71.2707182320442}},&quot;source&quot;:{&quot;id&quot;:&quot;61815f94a1b5510029bfbee2&quot;,&quot;type&quot;:&quot;ASSETS&quot;},&quot;isPremium&quot;:false,&quot;parent&quot;:{&quot;type&quot;:&quot;CHILD&quot;,&quot;parentId&quot;:&quot;adae42c0-babe-43b0-bac7-dd49ae63d92c&quot;,&quot;order&quot;:&quot;2&quot;}},&quot;adae42c0-babe-43b0-bac7-dd49ae63d92c&quot;:{&quot;type&quot;:&quot;FIGURE_OBJECT&quot;,&quot;id&quot;:&quot;adae42c0-babe-43b0-bac7-dd49ae63d92c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e2977ea1-db30-4cca-9469-745f07b1e60b&quot;,&quot;order&quot;:&quot;5&quot;},&quot;source&quot;:{&quot;id&quot;:&quot;6064ca0af3f4e7009d4b732e&quot;,&quot;type&quot;:&quot;TEMPLATES&quot;}},&quot;e2977ea1-db30-4cca-9469-745f07b1e60b&quot;:{&quot;id&quot;:&quot;e2977ea1-db30-4cca-9469-745f07b1e60b&quot;,&quot;type&quot;:&quot;FIGURE_OBJECT&quot;,&quot;document&quot;:{&quot;type&quot;:&quot;DOCUMENT_GROUP&quot;,&quot;canvasType&quot;:&quot;FIGURE&quot;,&quot;units&quot;:&quot;in&quot;},&quot;source&quot;:{&quot;id&quot;:&quot;6064ca0af3f4e7009d4b732e&quot;,&quot;type&quot;:&quot;TEMPLATES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afe1a23ef7b915e38d95"/>
  <p:tag name="FIGURESLIDEID" val="adae42c0-babe-43b0-bac7-dd49ae63d92c"/>
  <p:tag name="SELECTIONIDS" val="74184a4e-cfd5-45bc-976e-e0cbce58aa0c"/>
  <p:tag name="TRANSPARENTBACKGROUND" val="true"/>
  <p:tag name="VERSION" val="1781706736475"/>
  <p:tag name="TITLE" val="Icon Pack - Haematology"/>
  <p:tag name="CREATORNAME" val="Keisuke Ishihara"/>
  <p:tag name="DATEINSERTED" val="1781706736731"/>
  <p:tag name="DPI" val="300"/>
  <p:tag name="BIOJSON" val="{&quot;id&quot;:&quot;e2977ea1-db30-4cca-9469-745f07b1e60b&quot;,&quot;objects&quot;:{&quot;74184a4e-cfd5-45bc-976e-e0cbce58aa0c&quot;:{&quot;id&quot;:&quot;74184a4e-cfd5-45bc-976e-e0cbce58aa0c&quot;,&quot;name&quot;:&quot;Red blood cell 1&quot;,&quot;type&quot;:&quot;FIGURE_OBJECT&quot;,&quot;relativeTransform&quot;:{&quot;translate&quot;:{&quot;x&quot;:-384.89558994374084,&quot;y&quot;:-0.7994150934015554},&quot;rotate&quot;:0,&quot;skewX&quot;:0,&quot;scale&quot;:{&quot;x&quot;:1.01142454639476,&quot;y&quot;:1.01142454639476}},&quot;image&quot;:{&quot;url&quot;:&quot;https://icons.biorender.com/biorender/6181567ea1b5510029bfbe29/20211102151911/image/red-blood-cell-1-01.png&quot;,&quot;isPremium&quot;:false,&quot;isPacked&quot;:true,&quot;size&quot;:{&quot;x&quot;:100,&quot;y&quot;:75.93582887700535}},&quot;source&quot;:{&quot;id&quot;:&quot;6181567ea1b5510029bfbe29&quot;,&quot;type&quot;:&quot;ASSETS&quot;},&quot;isPremium&quot;:false,&quot;parent&quot;:{&quot;type&quot;:&quot;CHILD&quot;,&quot;parentId&quot;:&quot;adae42c0-babe-43b0-bac7-dd49ae63d92c&quot;,&quot;order&quot;:&quot;2&quot;}},&quot;adae42c0-babe-43b0-bac7-dd49ae63d92c&quot;:{&quot;type&quot;:&quot;FIGURE_OBJECT&quot;,&quot;id&quot;:&quot;adae42c0-babe-43b0-bac7-dd49ae63d92c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e2977ea1-db30-4cca-9469-745f07b1e60b&quot;,&quot;order&quot;:&quot;5&quot;},&quot;source&quot;:{&quot;id&quot;:&quot;6064ca0af3f4e7009d4b732e&quot;,&quot;type&quot;:&quot;TEMPLATES&quot;}},&quot;e2977ea1-db30-4cca-9469-745f07b1e60b&quot;:{&quot;id&quot;:&quot;e2977ea1-db30-4cca-9469-745f07b1e60b&quot;,&quot;type&quot;:&quot;FIGURE_OBJECT&quot;,&quot;document&quot;:{&quot;type&quot;:&quot;DOCUMENT_GROUP&quot;,&quot;canvasType&quot;:&quot;FIGURE&quot;,&quot;units&quot;:&quot;in&quot;},&quot;source&quot;:{&quot;id&quot;:&quot;6064ca0af3f4e7009d4b732e&quot;,&quot;type&quot;:&quot;TEMPLATES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39586d0e-5032-472e-a29c-eec044597f50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39586d0e-5032-472e-a29c-eec044597f50&quot;:{&quot;relativeTransform&quot;:{&quot;translate&quot;:{&quot;x&quot;:305.96718340702625,&quot;y&quot;:-179.04261494794852},&quot;rotate&quot;:-1.4127921723736865},&quot;type&quot;:&quot;FIGURE_OBJECT&quot;,&quot;id&quot;:&quot;39586d0e-5032-472e-a29c-eec044597f50&quot;,&quot;name&quot;:&quot;Columnar cell brush (straight, central nucleus)&quot;,&quot;opacity&quot;:1,&quot;source&quot;:{&quot;id&quot;:&quot;6169d24efc595f00a85d7bcc&quot;,&quot;type&quot;:&quot;ASSETS&quot;},&quot;path&quot;:{&quot;type&quot;:&quot;POLY_LINE&quot;,&quot;points&quot;:[{&quot;x&quot;:-33.19086422594606,&quot;y&quot;:0.43231278932428907},{&quot;x&quot;:-36.62460298391537,&quot;y&quot;:-8.660835038341242},{&quot;x&quot;:-36.564938495799275,&quot;y&quot;:-14.588821769988904},{&quot;x&quot;:-34.06935614028925,&quot;y&quot;:-20.455276900143378},{&quot;x&quot;:-27.39745124436513,&quot;y&quot;:-22.747250637448374},{&quot;x&quot;:-20.29150950588771,&quot;y&quot;:-20.001058550058683},{&quot;x&quot;:-16.760041564053736,&quot;y&quot;:-13.881254000996162},{&quot;x&quot;:-18.834507508622064,&quot;y&quot;:-4.270946751235546},{&quot;x&quot;:-18.19251125954162,&quot;y&quot;:4.031862475421679},{&quot;x&quot;:-7.26409248257369,&quot;y&quot;:7.585719684021937},{&quot;x&quot;:2.333401090407793,&quot;y&quot;:-0.6169683394726143},{&quot;x&quot;:-1.5879066442478063,&quot;y&quot;:-15.575937612903935},{&quot;x&quot;:-1.3552410998072832,&quot;y&quot;:-29.282852631832558},{&quot;x&quot;:7.676223472472318,&quot;y&quot;:-34.58036469178359},{&quot;x&quot;:14.921253989058,&quot;y&quot;:-33.464585821205766},{&quot;x&quot;:20.491661067299507,&quot;y&quot;:-29.00907624814092},{&quot;x&quot;:22.340366838756385,&quot;y&quot;:-20.849120999647617},{&quot;x&quot;:18.986641377562872,&quot;y&quot;:-5.666920188385757},{&quot;x&quot;:24.979848518332293,&quot;y&quot;:4.3450313165726095},{&quot;x&quot;:34.46479875015882,&quot;y&quot;:7.625034985550083},{&quot;x&quot;:44.71602409265944,&quot;y&quot;:2.0888869225403552},{&quot;x&quot;:44.340955362864186,&quot;y&quot;:-10.535930343045996},{&quot;x&quot;:34.00119558603829,&quot;y&quot;:-17.78216603383405}],&quot;closed&quot;:false},&quot;pathStyles&quot;:[{&quot;type&quot;:&quot;FILL&quot;,&quot;fillStyle&quot;:&quot;rgba(0,0,0,0)&quot;},{&quot;type&quot;:&quot;STROKE&quot;,&quot;strokeStyle&quot;:&quot;rgba(0,0,0,0)&quot;,&quot;lineWidth&quot;:6.435754189944102,&quot;lineJoin&quot;:&quot;round&quot;}],&quot;pathSmoothing&quot;:{&quot;type&quot;:&quot;CATMULL_SMOOTHING&quot;,&quot;smoothing&quot;:0.2},&quot;pathPattern&quot;:{&quot;type&quot;:&quot;ROW&quot;,&quot;patternId&quot;:&quot;ddba09f8-c1d5-4be3-8839-a2b4301b53f8&quot;,&quot;patternTransform&quot;:{&quot;translate&quot;:{&quot;x&quot;:0,&quot;y&quot;:-0.5},&quot;rotate&quot;:0,&quot;skewX&quot;:0,&quot;scale&quot;:{&quot;x&quot;:0.006666666666666667,&quot;y&quot;:0.006666666666666668}},&quot;xUnits&quot;:&quot;STROKE_WIDTH&quot;,&quot;yUnits&quot;:&quot;STROKE_WIDTH&quot;,&quot;bending&quot;:true,&quot;repeat&quot;:{&quot;distance&quot;:0.9472666422526042,&quot;align&quot;:&quot;LEFT&quot;},&quot;isPremium&quot;:true},&quot;isLocked&quot;:false,&quot;parent&quot;:{&quot;type&quot;:&quot;CHILD&quot;,&quot;parentId&quot;:&quot;e979d0aa-49bf-4b7a-b686-c224aed8a976&quot;,&quot;order&quot;:&quot;99905&quot;},&quot;isPremium&quot;:true,&quot;connectorInfo&quot;:{&quot;connectedObjects&quot;:[],&quot;type&quot;:&quot;QUADRATIC&quot;,&quot;offset&quot;:{&quot;x&quot;:0,&quot;y&quot;:0},&quot;bending&quot;:0.1,&quot;firstElementIsHead&quot;:true,&quot;customized&quot;:true}},&quot;ddba09f8-c1d5-4be3-8839-a2b4301b53f8&quot;:{&quot;type&quot;:&quot;FIGURE_OBJECT&quot;,&quot;id&quot;:&quot;ddba09f8-c1d5-4be3-8839-a2b4301b53f8&quot;,&quot;relativeTransform&quot;:{&quot;translate&quot;:{&quot;x&quot;:0,&quot;y&quot;:0},&quot;rotate&quot;:0,&quot;skewX&quot;:0,&quot;scale&quot;:{&quot;x&quot;:1,&quot;y&quot;:1}},&quot;source&quot;:{&quot;type&quot;:&quot;ASSETS&quot;,&quot;id&quot;:&quot;6169b883d6c5c90029eaf301&quot;},&quot;name&quot;:&quot;Peptide (for brush)&quot;},&quot;8395f536-9fba-465c-ad55-7a3268468c30&quot;:{&quot;type&quot;:&quot;FIGURE_OBJECT&quot;,&quot;id&quot;:&quot;8395f536-9fba-465c-ad55-7a3268468c30&quot;,&quot;parent&quot;:{&quot;type&quot;:&quot;CHILD&quot;,&quot;parentId&quot;:&quot;ddba09f8-c1d5-4be3-8839-a2b4301b53f8&quot;,&quot;order&quot;:&quot;1&quot;},&quot;relativeTransform&quot;:{&quot;translate&quot;:{&quot;x&quot;:71.05,&quot;y&quot;:75},&quot;rotate&quot;:0,&quot;skewX&quot;:0,&quot;scale&quot;:{&quot;x&quot;:1,&quot;y&quot;:1}},&quot;path&quot;:{&quot;type&quot;:&quot;ELLIPSE&quot;,&quot;size&quot;:{&quot;x&quot;:140.64,&quot;y&quot;:140.64}},&quot;pathStyles&quot;:[{&quot;type&quot;:&quot;FILL&quot;,&quot;fillStyle&quot;:&quot;#03a1d4&quot;}],&quot;opacity&quot;:1},&quot;43622b0f-32b7-4ca0-a4a9-be221ce1739d&quot;:{&quot;type&quot;:&quot;FIGURE_OBJECT&quot;,&quot;id&quot;:&quot;43622b0f-32b7-4ca0-a4a9-be221ce1739d&quot;,&quot;parent&quot;:{&quot;type&quot;:&quot;CHILD&quot;,&quot;parentId&quot;:&quot;ddba09f8-c1d5-4be3-8839-a2b4301b53f8&quot;,&quot;order&quot;:&quot;2&quot;},&quot;relativeTransform&quot;:{&quot;translate&quot;:{&quot;x&quot;:57.75097676719048,&quot;y&quot;:61.71014270091084},&quot;rotate&quot;:-0.7853981633974483,&quot;skewX&quot;:0,&quot;scale&quot;:{&quot;x&quot;:1,&quot;y&quot;:1}},&quot;path&quot;:{&quot;type&quot;:&quot;ELLIPSE&quot;,&quot;size&quot;:{&quot;x&quot;:26.58,&quot;y&quot;:26.58}},&quot;pathStyles&quot;:[{&quot;type&quot;:&quot;FILL&quot;,&quot;fillStyle&quot;:&quot;#52bae0&quot;}],&quot;opacity&quot;:1},&quot;08fd5bf7-51ca-47c8-af14-4b2488d689fb&quot;:{&quot;type&quot;:&quot;FIGURE_OBJECT&quot;,&quot;id&quot;:&quot;08fd5bf7-51ca-47c8-af14-4b2488d689fb&quot;,&quot;parent&quot;:{&quot;type&quot;:&quot;CHILD&quot;,&quot;parentId&quot;:&quot;ddba09f8-c1d5-4be3-8839-a2b4301b53f8&quot;,&quot;order&quot;:&quot;5&quot;},&quot;relativeTransform&quot;:{&quot;translate&quot;:{&quot;x&quot;:0,&quot;y&quot;:0},&quot;rotate&quot;:0,&quot;skewX&quot;:0,&quot;scale&quot;:{&quot;x&quot;:1,&quot;y&quot;:1}},&quot;path&quot;:{&quot;type&quot;:&quot;MULTI_SPLINE&quot;,&quot;splines&quot;:[{&quot;points&quot;:[{&quot;x&quot;:71.05,&quot;y&quot;:4.68,&quot;isEndPoint&quot;:true},{&quot;x&quot;:42.60730527881207,&quot;y&quot;:4.675955248150089,&quot;isEndPoint&quot;:false},{&quot;x&quot;:16.96301264088911,&quot;y&quot;:21.806308520930365,&quot;isEndPoint&quot;:false},{&quot;x&quot;:6.075661837108569,&quot;y&quot;:48.08277121738416,&quot;isEndPoint&quot;:true},{&quot;x&quot;:-4.811688966671952,&quot;y&quot;:74.35923391383798,&quot;isEndPoint&quot;:false},{&quot;x&quot;:1.202123159700946,&quot;y&quot;:104.60675962848731,&quot;isEndPoint&quot;:false},{&quot;x&quot;:21.31271548737054,&quot;y&quot;:124.72021223098662,&quot;isEndPoint&quot;:true},{&quot;x&quot;:41.42330781504013,&quot;y&quot;:144.8336648334859,&quot;isEndPoint&quot;:false},{&quot;x&quot;:71.66997795648962,&quot;y&quot;:150.85177861639414,&quot;isEndPoint&quot;:false},{&quot;x&quot;:97.94798875537772,&quot;y&quot;:139.96816488674398,&quot;isEndPoint&quot;:true},{&quot;x&quot;:124.22599955426583,&quot;y&quot;:129.08455115709384,&quot;isEndPoint&quot;:false},{&quot;x&quot;:141.35999971240386,&quot;y&quot;:103.44269500878413,&quot;isEndPoint&quot;:false},{&quot;x&quot;:141.36,&quot;y&quot;:75.00000000000007,&quot;isEndPoint&quot;:true},{&quot;x&quot;:141.36,&quot;y&quot;:36.16724058861945,&quot;isEndPoint&quot;:false},{&quot;x&quot;:109.8827575967114,&quot;y&quot;:4.685521899437333,&quot;isEndPoint&quot;:false},{&quot;x&quot;:71.04999928896474,&quot;y&quot;:4.679999999898911,&quot;isEndPoint&quot;:true}],&quot;closed&quot;:true},{&quot;points&quot;:[{&quot;x&quot;:64.05,&quot;y&quot;:122.37,&quot;isEndPoint&quot;:true},{&quot;x&quot;:40.87340378573094,&quot;y&quot;:122.37404478125082,&quot;isEndPoint&quot;:false},{&quot;x&quot;:19.976675648224685,&quot;y&quot;:108.41591273877026,&quot;isEndPoint&quot;:false},{&quot;x&quot;:11.104573449836096,&quot;y&quot;:87.00469065732723,&quot;isEndPoint&quot;:true},{&quot;x&quot;:2.2324712514474996,&quot;y&quot;:65.59346857588419,&quot;isEndPoint&quot;:false},{&quot;x&quot;:7.132347385679687,&quot;y&quot;:40.9460770133405,&quot;isEndPoint&quot;:false},{&quot;x&quot;:23.519245749862968,&quot;y&quot;:24.55631830732372,&quot;isEndPoint&quot;:true},{&quot;x&quot;:39.90614411404624,&quot;y&quot;:8.166559601306929,&quot;isEndPoint&quot;:false},{&quot;x&quot;:64.5526800998351,&quot;y&quot;:3.2623817018641574,&quot;isEndPoint&quot;:false},{&quot;x&quot;:85.96545035016264,&quot;y&quot;:12.130746751083379,&quot;isEndPoint&quot;:true},{&quot;x&quot;:107.37822060049018,&quot;y&quot;:20.999111800302607,&quot;isEndPoint&quot;:false},{&quot;x&quot;:121.33999964705225,&quot;y&quot;:41.89340343278321,&quot;isEndPoint&quot;:false},{&quot;x&quot;:121.34,&quot;y&quot;:65.07000000000001,&quot;isEndPoint&quot;:true},{&quot;x&quot;:121.34265239637409,&quot;y&quot;:80.26425277384593,&quot;isEndPoint&quot;:false},{&quot;x&quot;:115.30930262531786,&quot;y&quot;:94.83724214670417,&quot;isEndPoint&quot;:false},{&quot;x&quot;:104.56721881764354,&quot;y&quot;:105.58307668195775,&quot;isEndPoint&quot;:true},{&quot;x&quot;:93.82513500996922,&quot;y&quot;:116.32891121721133,&quot;isEndPoint&quot;:false},{&quot;x&quot;:79.2542527738883,&quot;y&quot;:122.36734806656273,&quot;isEndPoint&quot;:false},{&quot;x&quot;:64.05999999998079,&quot;y&quot;:122.37,&quot;isEndPoint&quot;:true}],&quot;closed&quot;:true}]},&quot;pathStyles&quot;:[{&quot;type&quot;:&quot;FILL&quot;,&quot;fillStyle&quot;:&quot;#0379af&quot;}],&quot;opacity&quot;:1},&quot;439d5ffe-9976-437a-984c-27348e0ebc1d&quot;:{&quot;type&quot;:&quot;FIGURE_OBJECT&quot;,&quot;id&quot;:&quot;439d5ffe-9976-437a-984c-27348e0ebc1d&quot;,&quot;parent&quot;:{&quot;type&quot;:&quot;CHILD&quot;,&quot;parentId&quot;:&quot;ddba09f8-c1d5-4be3-8839-a2b4301b53f8&quot;,&quot;order&quot;:&quot;6&quot;}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104.13,&quot;y&quot;:12.94,&quot;isEndPoint&quot;:true},{&quot;x&quot;:131.28545097685173,&quot;y&quot;:28.541241596983497,&quot;isEndPoint&quot;:false},{&quot;x&quot;:144.62238872372802,&quot;y&quot;:60.40074552608949,&quot;isEndPoint&quot;:false},{&quot;x&quot;:136.67948492379122,&quot;y&quot;:90.6947636872479,&quot;isEndPoint&quot;:true},{&quot;x&quot;:128.73658112385442,&quot;y&quot;:120.9887818484063,&quot;isEndPoint&quot;:false},{&quot;x&quot;:101.48331214795171,&quot;y&quot;:142.2057851523574,&quot;isEndPoint&quot;:false},{&quot;x&quot;:70.16647537908223,&quot;y&quot;:142.4759553128693,&quot;isEndPoint&quot;:true},{&quot;x&quot;:38.84963861021275,&quot;y&quot;:142.74612547338123,&quot;isEndPoint&quot;:false},{&quot;x&quot;:11.234375308989215,&quot;y&quot;:122.00247266398263,&quot;isEndPoint&quot;:false},{&quot;x&quot;:2.769999999999996,&quot;y&quot;:91.85,&quot;isEndPoint&quot;:true},{&quot;x&quot;:10.513772993865011,&quot;y&quot;:123.19992829601524,&quot;isEndPoint&quot;:false},{&quot;x&quot;:38.61404876538476,&quot;y&quot;:145.24627773826586,&quot;isEndPoint&quot;:false},{&quot;x&quot;:70.9061584765796,&quot;y&quot;:145.30689742125972,&quot;isEndPoint&quot;:true},{&quot;x&quot;:103.19826818777446,&quot;y&quot;:145.36751710425358,&quot;isEndPoint&quot;:false},{&quot;x&quot;:131.38111770874696,&quot;y&quot;:123.42682397382798,&quot;isEndPoint&quot;:false},{&quot;x&quot;:139.24253769563393,&quot;y&quot;:92.1061901977438,&quot;isEndPoint&quot;:true},{&quot;x&quot;:147.1039576825209,&quot;y&quot;:60.78555642165962,&quot;isEndPoint&quot;:false},{&quot;x&quot;:132.62307096472415,&quot;y&quot;:28.13634598661814,&quot;isEndPoint&quot;:false},{&quot;x&quot;:104.13000000000002,&quot;y&quot;:12.940000000000012,&quot;isEndPoint&quot;:true}],&quot;closed&quot;:true}},&quot;pathStyles&quot;:[{&quot;type&quot;:&quot;FILL&quot;,&quot;fillStyle&quot;:&quot;#03a1d4&quot;}],&quot;opacity&quot;:1},&quot;7343590f-4209-4fcf-9866-0fdb465249ef&quot;:{&quot;type&quot;:&quot;FIGURE_OBJECT&quot;,&quot;id&quot;:&quot;7343590f-4209-4fcf-9866-0fdb465249ef&quot;,&quot;parent&quot;:{&quot;type&quot;:&quot;CHILD&quot;,&quot;parentId&quot;:&quot;ddba09f8-c1d5-4be3-8839-a2b4301b53f8&quot;,&quot;order&quot;:&quot;7&quot;},&quot;relativeTransform&quot;:{&quot;translate&quot;:{&quot;x&quot;:0,&quot;y&quot;:0},&quot;rotate&quot;:0,&quot;skewX&quot;:0,&quot;scale&quot;:{&quot;x&quot;:1,&quot;y&quot;:1}},&quot;path&quot;:{&quot;type&quot;:&quot;MULTI_SPLINE&quot;,&quot;splines&quot;:[{&quot;points&quot;:[{&quot;x&quot;:71.05,&quot;y&quot;:9.68,&quot;isEndPoint&quot;:true},{&quot;x&quot;:107.12523985894742,&quot;y&quot;:9.680000000000007,&quot;isEndPoint&quot;:false},{&quot;x&quot;:136.37,&quot;y&quot;:38.92476014105258,&quot;isEndPoint&quot;:false},{&quot;x&quot;:136.37,&quot;y&quot;:75,&quot;isEndPoint&quot;:true},{&quot;x&quot;:136.37,&quot;y&quot;:111.07523985894741,&quot;isEndPoint&quot;:false},{&quot;x&quot;:107.12523985894742,&quot;y&quot;:140.32,&quot;isEndPoint&quot;:false},{&quot;x&quot;:71.05,&quot;y&quot;:140.32,&quot;isEndPoint&quot;:true},{&quot;x&quot;:34.974760141052585,&quot;y&quot;:140.32,&quot;isEndPoint&quot;:false},{&quot;x&quot;:5.730000000000018,&quot;y&quot;:111.07523985894743,&quot;isEndPoint&quot;:false},{&quot;x&quot;:5.730000000000004,&quot;y&quot;:75.00000000000001,&quot;isEndPoint&quot;:true},{&quot;x&quot;:5.768580809497848,&quot;y&quot;:38.940752925847164,&quot;isEndPoint&quot;:false},{&quot;x&quot;:34.99075292583864,&quot;y&quot;:9.718580809502555,&quot;isEndPoint&quot;:false},{&quot;x&quot;:71.04999999999573,&quot;y&quot;:9.680000000000021,&quot;isEndPoint&quot;:true}],&quot;closed&quot;:false},{&quot;points&quot;:[{&quot;x&quot;:71.04999999999573,&quot;y&quot;:4.680000000000021,&quot;isEndPoint&quot;:true},{&quot;x&quot;:42.60730527881207,&quot;y&quot;:4.675955248150089,&quot;isEndPoint&quot;:false},{&quot;x&quot;:16.96301264088911,&quot;y&quot;:21.806308520930365,&quot;isEndPoint&quot;:false},{&quot;x&quot;:6.075661837108569,&quot;y&quot;:48.08277121738416,&quot;isEndPoint&quot;:true},{&quot;x&quot;:-4.811688966671952,&quot;y&quot;:74.35923391383798,&quot;isEndPoint&quot;:false},{&quot;x&quot;:1.202123159700946,&quot;y&quot;:104.60675962848731,&quot;isEndPoint&quot;:false},{&quot;x&quot;:21.31271548737054,&quot;y&quot;:124.72021223098662,&quot;isEndPoint&quot;:true},{&quot;x&quot;:41.42330781504013,&quot;y&quot;:144.8336648334859,&quot;isEndPoint&quot;:false},{&quot;x&quot;:71.66997795648962,&quot;y&quot;:150.85177861639414,&quot;isEndPoint&quot;:false},{&quot;x&quot;:97.94798875537772,&quot;y&quot;:139.96816488674398,&quot;isEndPoint&quot;:true},{&quot;x&quot;:124.22599955426583,&quot;y&quot;:129.08455115709384,&quot;isEndPoint&quot;:false},{&quot;x&quot;:141.35999971240386,&quot;y&quot;:103.44269500878413,&quot;isEndPoint&quot;:false},{&quot;x&quot;:141.36,&quot;y&quot;:75.00000000000007,&quot;isEndPoint&quot;:true},{&quot;x&quot;:141.36,&quot;y&quot;:36.16724058861945,&quot;isEndPoint&quot;:false},{&quot;x&quot;:109.8827575967114,&quot;y&quot;:4.685521899437333,&quot;isEndPoint&quot;:false},{&quot;x&quot;:71.04999928896474,&quot;y&quot;:4.679999999898911,&quot;isEndPoint&quot;:true}],&quot;closed&quot;:true}]},&quot;pathStyles&quot;:[{&quot;type&quot;:&quot;FILL&quot;,&quot;fillStyle&quot;:&quot;#254882&quot;}],&quot;opacity&quot;:1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6a706e7f-52b4-4ba6-a4b2-4dff5ecc684c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6a706e7f-52b4-4ba6-a4b2-4dff5ecc684c&quot;:{&quot;id&quot;:&quot;6a706e7f-52b4-4ba6-a4b2-4dff5ecc684c&quot;,&quot;name&quot;:&quot;Generic protein (blob 1)&quot;,&quot;displayName&quot;:&quot;&quot;,&quot;type&quot;:&quot;FIGURE_OBJECT&quot;,&quot;relativeTransform&quot;:{&quot;translate&quot;:{&quot;x&quot;:387.38596716136306,&quot;y&quot;:-185.79737640537675},&quot;rotate&quot;:0,&quot;skewX&quot;:0,&quot;scale&quot;:{&quot;x&quot;:0.6596648044692734,&quot;y&quot;:0.6596648044692738}},&quot;image&quot;:{&quot;url&quot;:&quot;https://icons.biorender.com/biorender/5e2b00e24f2cc000281aa383/generic-protein-blob-1.png&quot;,&quot;isPremium&quot;:false,&quot;size&quot;:{&quot;x&quot;:100,&quot;y&quot;:100}},&quot;source&quot;:{&quot;id&quot;:&quot;5b33cf261b9d67001413a52d&quot;,&quot;type&quot;:&quot;ASSETS&quot;},&quot;isPremium&quot;:false,&quot;parent&quot;:{&quot;type&quot;:&quot;CHILD&quot;,&quot;parentId&quot;:&quot;e979d0aa-49bf-4b7a-b686-c224aed8a976&quot;,&quot;order&quot;:&quot;9991&quot;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811a0c61-91bd-4e79-b732-147214a1b08a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811a0c61-91bd-4e79-b732-147214a1b08a&quot;:{&quot;id&quot;:&quot;811a0c61-91bd-4e79-b732-147214a1b08a&quot;,&quot;name&quot;:&quot;DNA (medium)&quot;,&quot;displayName&quot;:&quot;&quot;,&quot;type&quot;:&quot;FIGURE_OBJECT&quot;,&quot;relativeTransform&quot;:{&quot;translate&quot;:{&quot;x&quot;:166.52902031691931,&quot;y&quot;:-184.54629388520917},&quot;rotate&quot;:-1.570796326794897,&quot;skewX&quot;:3.8389203655158906e-31,&quot;scale&quot;:{&quot;x&quot;:0.43891588956717903,&quot;y&quot;:0.43891588956717875}},&quot;image&quot;:{&quot;url&quot;:&quot;https://icons.biorender.com/biorender/5b6b4b8fe0461e1400300b31/dna-medium.png&quot;,&quot;isPremium&quot;:false,&quot;size&quot;:{&quot;x&quot;:200,&quot;y&quot;:50.285714285714285}},&quot;source&quot;:{&quot;id&quot;:&quot;5b6b4b7ac820301400b3384b&quot;,&quot;type&quot;:&quot;ASSETS&quot;},&quot;isPremium&quot;:false,&quot;parent&quot;:{&quot;type&quot;:&quot;CHILD&quot;,&quot;parentId&quot;:&quot;e979d0aa-49bf-4b7a-b686-c224aed8a976&quot;,&quot;order&quot;:&quot;9992&quot;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d58695cf-849a-4d05-9630-bf805901c2b6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d58695cf-849a-4d05-9630-bf805901c2b6&quot;:{&quot;id&quot;:&quot;d58695cf-849a-4d05-9630-bf805901c2b6&quot;,&quot;name&quot;:&quot;RNA (with nucleotides, curved)&quot;,&quot;displayName&quot;:&quot;Curved RNA with nucleotides&quot;,&quot;type&quot;:&quot;FIGURE_OBJECT&quot;,&quot;relativeTransform&quot;:{&quot;translate&quot;:{&quot;x&quot;:224.14221692414108,&quot;y&quot;:-184.54570938960134},&quot;rotate&quot;:1.5707963267948966,&quot;skewX&quot;:1.4711964852958048e-31,&quot;scale&quot;:{&quot;x&quot;:0.9600000000000002,&quot;y&quot;:0.9599999999999996}},&quot;image&quot;:{&quot;url&quot;:&quot;https://icons.biorender.com/biorender/5d2f3dd41900ef0400b1d6a2/rna-with-nucleotides-curved.png&quot;,&quot;isPremium&quot;:false,&quot;size&quot;:{&quot;x&quot;:100,&quot;y&quot;:29.41176470588235}},&quot;source&quot;:{&quot;id&quot;:&quot;5d2f3d601900ef0400b1d690&quot;,&quot;type&quot;:&quot;ASSETS&quot;},&quot;isPremium&quot;:false,&quot;parent&quot;:{&quot;type&quot;:&quot;CHILD&quot;,&quot;parentId&quot;:&quot;e979d0aa-49bf-4b7a-b686-c224aed8a976&quot;,&quot;order&quot;:&quot;9993&quot;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6d9d7572-ef50-4fc5-99cc-0317e8eac20d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6d9d7572-ef50-4fc5-99cc-0317e8eac20d&quot;:{&quot;type&quot;:&quot;FIGURE_OBJECT&quot;,&quot;id&quot;:&quot;6d9d7572-ef50-4fc5-99cc-0317e8eac20d&quot;,&quot;relativeTransform&quot;:{&quot;translate&quot;:{&quot;x&quot;:210.31640636775316,&quot;y&quot;:-184.54648962759595},&quot;rotate&quot;:0},&quot;opacity&quot;:1,&quot;path&quot;:{&quot;type&quot;:&quot;POLY_LINE&quot;,&quot;points&quot;:[{&quot;x&quot;:-26.815642458100548,&quot;y&quot;:0},{&quot;x&quot;:-1.0971433639869446,&quot;y&quot;:0}],&quot;closed&quot;:false},&quot;pathStyles&quot;:[{&quot;type&quot;:&quot;FILL&quot;,&quot;fillStyle&quot;:&quot;rgba(0,0,0,0)&quot;},{&quot;type&quot;:&quot;STROKE&quot;,&quot;strokeStyle&quot;:&quot;#232323&quot;,&quot;lineWidth&quot;:1.6089385474860332,&quot;lineJoin&quot;:&quot;round&quot;}]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979d0aa-49bf-4b7a-b686-c224aed8a976&quot;,&quot;order&quot;:&quot;99935&quot;},&quot;connectorInfo&quot;:{&quot;connectedObjects&quot;:[],&quot;type&quot;:&quot;LINE&quot;,&quot;offset&quot;:{&quot;x&quot;:0,&quot;y&quot;:0},&quot;bending&quot;:0.1,&quot;firstElementIsHead&quot;:true,&quot;customized&quot;:false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e865d6bf-beab-4e4b-ba88-b7db47b0738c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e865d6bf-beab-4e4b-ba88-b7db47b0738c&quot;:{&quot;type&quot;:&quot;FIGURE_OBJECT&quot;,&quot;id&quot;:&quot;e865d6bf-beab-4e4b-ba88-b7db47b0738c&quot;,&quot;relativeTransform&quot;:{&quot;translate&quot;:{&quot;x&quot;:263.38953243834794,&quot;y&quot;:-184.5464896275959},&quot;rotate&quot;:0},&quot;opacity&quot;:1,&quot;path&quot;:{&quot;type&quot;:&quot;POLY_LINE&quot;,&quot;points&quot;:[{&quot;x&quot;:-26.815642458100555,&quot;y&quot;:0},{&quot;x&quot;:-1.0971433639869448,&quot;y&quot;:0}],&quot;closed&quot;:false},&quot;pathStyles&quot;:[{&quot;type&quot;:&quot;FILL&quot;,&quot;fillStyle&quot;:&quot;rgba(0,0,0,0)&quot;},{&quot;type&quot;:&quot;STROKE&quot;,&quot;strokeStyle&quot;:&quot;#232323&quot;,&quot;lineWidth&quot;:1.6089385474860336,&quot;lineJoin&quot;:&quot;round&quot;}]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979d0aa-49bf-4b7a-b686-c224aed8a976&quot;,&quot;order&quot;:&quot;9994&quot;},&quot;connectorInfo&quot;:{&quot;connectedObjects&quot;:[],&quot;type&quot;:&quot;LINE&quot;,&quot;offset&quot;:{&quot;x&quot;:0,&quot;y&quot;:0},&quot;bending&quot;:0.1,&quot;firstElementIsHead&quot;:true,&quot;customized&quot;:false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f869cc0d9dde0e08633"/>
  <p:tag name="FIGURESLIDEID" val="e979d0aa-49bf-4b7a-b686-c224aed8a976"/>
  <p:tag name="SELECTIONIDS" val="d7e0fa38-7c72-47ce-a166-b3a892273258"/>
  <p:tag name="TRANSPARENTBACKGROUND" val="true"/>
  <p:tag name="VERSION" val="1781710737544"/>
  <p:tag name="TITLE" val="Icon Pack - mRNA"/>
  <p:tag name="CREATORNAME" val="Keisuke Ishihara"/>
  <p:tag name="DATEINSERTED" val="1781710737932"/>
  <p:tag name="DPI" val="300"/>
  <p:tag name="BIOJSON" val="{&quot;id&quot;:&quot;689c635b-7a07-4d03-924b-0a3de2f27fc5&quot;,&quot;objects&quot;:{&quot;d7e0fa38-7c72-47ce-a166-b3a892273258&quot;:{&quot;type&quot;:&quot;FIGURE_OBJECT&quot;,&quot;id&quot;:&quot;d7e0fa38-7c72-47ce-a166-b3a892273258&quot;,&quot;relativeTransform&quot;:{&quot;translate&quot;:{&quot;x&quot;:348.92116428794554,&quot;y&quot;:-184.54648962759595},&quot;rotate&quot;:0},&quot;opacity&quot;:1,&quot;path&quot;:{&quot;type&quot;:&quot;POLY_LINE&quot;,&quot;points&quot;:[{&quot;x&quot;:-26.815642458100548,&quot;y&quot;:0},{&quot;x&quot;:-1.0971433639869446,&quot;y&quot;:0}],&quot;closed&quot;:false},&quot;pathStyles&quot;:[{&quot;type&quot;:&quot;FILL&quot;,&quot;fillStyle&quot;:&quot;rgba(0,0,0,0)&quot;},{&quot;type&quot;:&quot;STROKE&quot;,&quot;strokeStyle&quot;:&quot;#232323&quot;,&quot;lineWidth&quot;:1.6089385474860332,&quot;lineJoin&quot;:&quot;round&quot;}]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e979d0aa-49bf-4b7a-b686-c224aed8a976&quot;,&quot;order&quot;:&quot;9995&quot;},&quot;connectorInfo&quot;:{&quot;connectedObjects&quot;:[],&quot;type&quot;:&quot;LINE&quot;,&quot;offset&quot;:{&quot;x&quot;:0,&quot;y&quot;:0},&quot;bending&quot;:0.1,&quot;firstElementIsHead&quot;:true,&quot;customized&quot;:false}},&quot;e979d0aa-49bf-4b7a-b686-c224aed8a976&quot;:{&quot;id&quot;:&quot;e979d0aa-49bf-4b7a-b686-c224aed8a976&quot;,&quot;type&quot;:&quot;FIGURE_OBJECT&quot;,&quot;document&quot;:{&quot;type&quot;:&quot;FIGURE&quot;,&quot;canvasType&quot;:&quot;FIGURE&quot;,&quot;units&quot;:&quot;in&quot;,&quot;title&quot;:&quot;&quot;},&quot;parent&quot;:{&quot;type&quot;:&quot;DOCUMENT&quot;,&quot;parentId&quot;:&quot;689c635b-7a07-4d03-924b-0a3de2f27fc5&quot;,&quot;order&quot;:&quot;89&quot;},&quot;source&quot;:{&quot;id&quot;:&quot;63693a8f27b2c5ba2c4e8168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3693a8f27b2c5ba2c4e8168&quot;,&quot;type&quot;:&quot;TEMPLATES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026a9b73-bcb7-4efc-8302-71d28df61331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026a9b73-bcb7-4efc-8302-71d28df61331&quot;:{&quot;id&quot;:&quot;026a9b73-bcb7-4efc-8302-71d28df61331&quot;,&quot;name&quot;:&quot;Multipolar neuron (motor, curved) 3&quot;,&quot;displayName&quot;:&quot;Motor neuron (curved) 3&quot;,&quot;type&quot;:&quot;FIGURE_OBJECT&quot;,&quot;relativeTransform&quot;:{&quot;translate&quot;:{&quot;x&quot;:-329.0913962213393,&quot;y&quot;:-103.14846898019212},&quot;rotate&quot;:1.0392845977845395,&quot;skewX&quot;:0,&quot;scale&quot;:{&quot;x&quot;:-0.9536547668718081,&quot;y&quot;:0.9536547668718087}},&quot;image&quot;:{&quot;url&quot;:&quot;https://icons.biorender.com/biorender/620435153aae1f00283cac47/20220209214319/image/multipolar-neuron-motor-curved-3.png&quot;,&quot;isPremium&quot;:false,&quot;size&quot;:{&quot;x&quot;:150,&quot;y&quot;:286.3095238095238}},&quot;source&quot;:{&quot;id&quot;:&quot;620435153aae1f00283cac47&quot;,&quot;type&quot;:&quot;ASSETS&quot;},&quot;isPremium&quot;:false,&quot;parent&quot;:{&quot;type&quot;:&quot;CHILD&quot;,&quot;parentId&quot;:&quot;97d943f5-0ff0-4103-a21a-eaee8e14aaa2&quot;,&quot;order&quot;:&quot;95&quot;}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89b04011-85ed-46d0-a768-8f7a27ad0965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89b04011-85ed-46d0-a768-8f7a27ad0965&quot;:{&quot;id&quot;:&quot;89b04011-85ed-46d0-a768-8f7a27ad0965&quot;,&quot;name&quot;:&quot;Enterocyte (epithelial–mesenchymal transition, stage 0)&quot;,&quot;displayName&quot;:&quot;&quot;,&quot;type&quot;:&quot;FIGURE_OBJECT&quot;,&quot;relativeTransform&quot;:{&quot;translate&quot;:{&quot;x&quot;:-138.12840296682296,&quot;y&quot;:-48.9782393581983},&quot;rotate&quot;:0.9273707989545861,&quot;skewX&quot;:5.91866423558466e-16,&quot;scale&quot;:{&quot;x&quot;:1.1458882951651512,&quot;y&quot;:1.1458882951651514}},&quot;image&quot;:{&quot;url&quot;:&quot;https://icons.biorender.com/biorender/5e28cb0a1def080027889b3c/enterocyte-epithelial-mesenchymal-transition-stage-0.png&quot;,&quot;isPremium&quot;:false,&quot;size&quot;:{&quot;x&quot;:50,&quot;y&quot;:70.7865168539326}},&quot;source&quot;:{&quot;id&quot;:&quot;5ca759861177743300099849&quot;,&quot;type&quot;:&quot;ASSETS&quot;},&quot;isPremium&quot;:false,&quot;parent&quot;:{&quot;type&quot;:&quot;CHILD&quot;,&quot;parentId&quot;:&quot;97d943f5-0ff0-4103-a21a-eaee8e14aaa2&quot;,&quot;order&quot;:&quot;98&quot;},&quot;styles&quot;:{&quot;cell&quot;:[{&quot;styleName&quot;:&quot;STROKE&quot;,&quot;index&quot;:0,&quot;value&quot;:&quot;rgb(137, 74, 46)&quot;,&quot;color&quot;:&quot;#894A2E&quot;},{&quot;styleName&quot;:&quot;FILL&quot;,&quot;index&quot;:0,&quot;value&quot;:&quot;rgb(240, 208, 184)&quot;,&quot;color&quot;:&quot;#F0D0B8&quot;},{&quot;styleName&quot;:&quot;STROKE_WIDTH&quot;,&quot;index&quot;:0,&quot;value&quot;:3.5}]}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127eaa08-e9a9-41ff-8883-0fc0ab579d88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127eaa08-e9a9-41ff-8883-0fc0ab579d88&quot;:{&quot;id&quot;:&quot;127eaa08-e9a9-41ff-8883-0fc0ab579d88&quot;,&quot;name&quot;:&quot;Basophil&quot;,&quot;displayName&quot;:&quot;&quot;,&quot;type&quot;:&quot;FIGURE_OBJECT&quot;,&quot;relativeTransform&quot;:{&quot;translate&quot;:{&quot;x&quot;:-123.5607421642893,&quot;y&quot;:-156.4641929857555},&quot;rotate&quot;:0,&quot;skewX&quot;:0,&quot;scale&quot;:{&quot;x&quot;:0.7013329604709451,&quot;y&quot;:0.701332960470945}},&quot;image&quot;:{&quot;url&quot;:&quot;https://icons.biorender.com/biorender/617aeb5f7f281b00291c02e7/basophil-01.png&quot;,&quot;isPremium&quot;:false,&quot;size&quot;:{&quot;x&quot;:100,&quot;y&quot;:100}},&quot;source&quot;:{&quot;id&quot;:&quot;617aeaaa7f281b00291c028c&quot;,&quot;type&quot;:&quot;ASSETS&quot;},&quot;isPremium&quot;:false,&quot;parent&quot;:{&quot;type&quot;:&quot;CHILD&quot;,&quot;parentId&quot;:&quot;97d943f5-0ff0-4103-a21a-eaee8e14aaa2&quot;,&quot;order&quot;:&quot;99&quot;}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5ad2ad9e-f526-455a-90d5-aefab121574d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5ad2ad9e-f526-455a-90d5-aefab121574d&quot;:{&quot;id&quot;:&quot;5ad2ad9e-f526-455a-90d5-aefab121574d&quot;,&quot;name&quot;:&quot;Neutrophil&quot;,&quot;displayName&quot;:&quot;&quot;,&quot;type&quot;:&quot;FIGURE_OBJECT&quot;,&quot;relativeTransform&quot;:{&quot;translate&quot;:{&quot;x&quot;:-422.84234104762106,&quot;y&quot;:-172.98752909122692},&quot;rotate&quot;:1.199882774864012,&quot;skewX&quot;:0,&quot;scale&quot;:{&quot;x&quot;:0.6143715428953147,&quot;y&quot;:0.6143715428953147}},&quot;image&quot;:{&quot;url&quot;:&quot;https://icons.biorender.com/biorender/6166f11c750572002977b46a/neutrophil-02.png&quot;,&quot;isPremium&quot;:false,&quot;size&quot;:{&quot;x&quot;:100,&quot;y&quot;:105.23560209424083}},&quot;source&quot;:{&quot;id&quot;:&quot;6166f0aa750572002977b44d&quot;,&quot;type&quot;:&quot;ASSETS&quot;},&quot;isPremium&quot;:false,&quot;parent&quot;:{&quot;type&quot;:&quot;CHILD&quot;,&quot;parentId&quot;:&quot;97d943f5-0ff0-4103-a21a-eaee8e14aaa2&quot;,&quot;order&quot;:&quot;995&quot;}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8955f146-006b-4ffa-84f7-e04a9bac838c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8955f146-006b-4ffa-84f7-e04a9bac838c&quot;:{&quot;id&quot;:&quot;8955f146-006b-4ffa-84f7-e04a9bac838c&quot;,&quot;name&quot;:&quot;Cardiomyocyte&quot;,&quot;displayName&quot;:&quot;&quot;,&quot;type&quot;:&quot;FIGURE_OBJECT&quot;,&quot;relativeTransform&quot;:{&quot;translate&quot;:{&quot;x&quot;:-393.36384080168193,&quot;y&quot;:31.583712622347598},&quot;rotate&quot;:0.5992155593049346,&quot;skewX&quot;:8.704880754841264e-17,&quot;scale&quot;:{&quot;x&quot;:1.5971242343895624,&quot;y&quot;:1.597124234389562}},&quot;image&quot;:{&quot;url&quot;:&quot;https://icons.biorender.com/biorender/5f57b2d3c8b31500287ffea2/cardiomyocyte-2.png&quot;,&quot;isPremium&quot;:false,&quot;size&quot;:{&quot;x&quot;:100,&quot;y&quot;:33.85012919896641}},&quot;source&quot;:{&quot;id&quot;:&quot;5f57b1f6c8b31500287ffe72&quot;,&quot;type&quot;:&quot;ASSETS&quot;},&quot;isPremium&quot;:false,&quot;parent&quot;:{&quot;type&quot;:&quot;CHILD&quot;,&quot;parentId&quot;:&quot;97d943f5-0ff0-4103-a21a-eaee8e14aaa2&quot;,&quot;order&quot;:&quot;999&quot;}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f4d36f6e8764658029"/>
  <p:tag name="FIGURESLIDEID" val="97d943f5-0ff0-4103-a21a-eaee8e14aaa2"/>
  <p:tag name="SELECTIONIDS" val="3fff7237-e6cc-40fd-8f7c-c801e3b329d0"/>
  <p:tag name="TRANSPARENTBACKGROUND" val="true"/>
  <p:tag name="VERSION" val="1781709566135"/>
  <p:tag name="TITLE" val="The Different Types of Human Cells"/>
  <p:tag name="CREATORNAME" val="Keisuke Ishihara"/>
  <p:tag name="DATEINSERTED" val="1781709566493"/>
  <p:tag name="DPI" val="300"/>
  <p:tag name="BIOJSON" val="{&quot;id&quot;:&quot;aa963682-7161-4c19-8fff-f0089af54557&quot;,&quot;objects&quot;:{&quot;3fff7237-e6cc-40fd-8f7c-c801e3b329d0&quot;:{&quot;id&quot;:&quot;3fff7237-e6cc-40fd-8f7c-c801e3b329d0&quot;,&quot;name&quot;:&quot;Club cell&quot;,&quot;displayName&quot;:&quot;&quot;,&quot;type&quot;:&quot;FIGURE_OBJECT&quot;,&quot;relativeTransform&quot;:{&quot;translate&quot;:{&quot;x&quot;:-252.21048681033167,&quot;y&quot;:14.757011867907828},&quot;rotate&quot;:-0.20131710837464126,&quot;skewX&quot;:-7.06173919497501e-17,&quot;scale&quot;:{&quot;x&quot;:1.2538606637229117,&quot;y&quot;:1.2538606637229104}},&quot;image&quot;:{&quot;url&quot;:&quot;https://icons.biorender.com/biorender/5be1ec9ddf7f0b120034bd5a/club-cell.png&quot;,&quot;isPremium&quot;:false,&quot;size&quot;:{&quot;x&quot;:50,&quot;y&quot;:80}},&quot;source&quot;:{&quot;id&quot;:&quot;5be1ec3cdf7f0b120034bd50&quot;,&quot;type&quot;:&quot;ASSETS&quot;},&quot;isPremium&quot;:false,&quot;parent&quot;:{&quot;type&quot;:&quot;CHILD&quot;,&quot;parentId&quot;:&quot;97d943f5-0ff0-4103-a21a-eaee8e14aaa2&quot;,&quot;order&quot;:&quot;999999999997&quot;},&quot;opacity&quot;:0.85},&quot;97d943f5-0ff0-4103-a21a-eaee8e14aaa2&quot;:{&quot;id&quot;:&quot;97d943f5-0ff0-4103-a21a-eaee8e14aaa2&quot;,&quot;type&quot;:&quot;FIGURE_OBJECT&quot;,&quot;document&quot;:{&quot;type&quot;:&quot;FIGURE&quot;,&quot;canvasType&quot;:&quot;FIGURE&quot;,&quot;units&quot;:&quot;in&quot;,&quot;aspectRatio&quot;:0,&quot;title&quot;:&quot;&quot;},&quot;parent&quot;:{&quot;type&quot;:&quot;DOCUMENT&quot;,&quot;parentId&quot;:&quot;aa963682-7161-4c19-8fff-f0089af54557&quot;,&quot;order&quot;:&quot;8975&quot;},&quot;layout&quot;:{&quot;sizeRatio&quot;:{&quot;x&quot;:0.88,&quot;y&quot;:0.88},&quot;keepAspectRatio&quot;:false},&quot;source&quot;:{&quot;id&quot;:&quot;627574f85f9274aa0c215c99&quot;,&quot;type&quot;:&quot;TEMPLATES&quot;}},&quot;aa963682-7161-4c19-8fff-f0089af54557&quot;:{&quot;id&quot;:&quot;aa963682-7161-4c19-8fff-f0089af54557&quot;,&quot;type&quot;:&quot;FIGURE_OBJECT&quot;,&quot;document&quot;:{&quot;type&quot;:&quot;DOCUMENT_GROUP&quot;,&quot;canvasType&quot;:&quot;FIGURE&quot;,&quot;units&quot;:&quot;in&quot;},&quot;source&quot;:{&quot;id&quot;:&quot;627574f85f9274aa0c215c99&quot;,&quot;type&quot;:&quot;TEMPLATES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02bf68ed-f9b7-4aa2-89bb-ae7eaa23a152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02bf68ed-f9b7-4aa2-89bb-ae7eaa23a152&quot;:{&quot;type&quot;:&quot;FIGURE_OBJECT&quot;,&quot;id&quot;:&quot;02bf68ed-f9b7-4aa2-89bb-ae7eaa23a152&quot;,&quot;relativeTransform&quot;:{&quot;translate&quot;:{&quot;x&quot;:195.02472788365455,&quot;y&quot;:175.55920196457063},&quot;rotate&quot;:3.141592653589793,&quot;skewX&quot;:0,&quot;scale&quot;:{&quot;x&quot;:1,&quot;y&quot;:1}},&quot;opacity&quot;:1,&quot;path&quot;:{&quot;type&quot;:&quot;RECT&quot;,&quot;size&quot;:{&quot;x&quot;:-10.391703203222528,&quot;y&quot;:127.33307619952868},&quot;cornerRounding&quot;:{&quot;type&quot;:&quot;ARC_LENGTH&quot;,&quot;global&quot;:0}},&quot;pathStyles&quot;:[{&quot;type&quot;:&quot;FILL&quot;,&quot;fillStyle&quot;:&quot;rgba(30, 134, 238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51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b04f02d2-a820-47bc-b28a-a9c288b2154c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b04f02d2-a820-47bc-b28a-a9c288b2154c&quot;:{&quot;type&quot;:&quot;FIGURE_OBJECT&quot;,&quot;id&quot;:&quot;b04f02d2-a820-47bc-b28a-a9c288b2154c&quot;,&quot;relativeTransform&quot;:{&quot;translate&quot;:{&quot;x&quot;:207.20007726459707,&quot;y&quot;:190.78094963872675},&quot;rotate&quot;:3.141592653589793,&quot;skewX&quot;:0,&quot;scale&quot;:{&quot;x&quot;:1,&quot;y&quot;:1}},&quot;opacity&quot;:1,&quot;path&quot;:{&quot;type&quot;:&quot;RECT&quot;,&quot;size&quot;:{&quot;x&quot;:-10.391703203222528,&quot;y&quot;:96.81769443080428},&quot;cornerRounding&quot;:{&quot;type&quot;:&quot;ARC_LENGTH&quot;,&quot;global&quot;:0}},&quot;pathStyles&quot;:[{&quot;type&quot;:&quot;FILL&quot;,&quot;fillStyle&quot;:&quot;rgba(247, 127, 127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52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4d6559bb-bc53-4519-842a-807bff8b7b79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4d6559bb-bc53-4519-842a-807bff8b7b79&quot;:{&quot;type&quot;:&quot;FIGURE_OBJECT&quot;,&quot;id&quot;:&quot;4d6559bb-bc53-4519-842a-807bff8b7b79&quot;,&quot;relativeTransform&quot;:{&quot;translate&quot;:{&quot;x&quot;:247.30383894676376,&quot;y&quot;:200.66725666562937},&quot;rotate&quot;:3.141592653589793,&quot;skewX&quot;:0,&quot;scale&quot;:{&quot;x&quot;:1,&quot;y&quot;:1}},&quot;opacity&quot;:1,&quot;path&quot;:{&quot;type&quot;:&quot;RECT&quot;,&quot;size&quot;:{&quot;x&quot;:-10.391703203222528,&quot;y&quot;:76.98056510921164},&quot;cornerRounding&quot;:{&quot;type&quot;:&quot;ARC_LENGTH&quot;,&quot;global&quot;:0}},&quot;pathStyles&quot;:[{&quot;type&quot;:&quot;FILL&quot;,&quot;fillStyle&quot;:&quot;rgba(30, 134, 238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55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9370706f-96af-4dde-8a24-5881e8ddd0ec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9370706f-96af-4dde-8a24-5881e8ddd0ec&quot;:{&quot;type&quot;:&quot;FIGURE_OBJECT&quot;,&quot;id&quot;:&quot;9370706f-96af-4dde-8a24-5881e8ddd0ec&quot;,&quot;relativeTransform&quot;:{&quot;translate&quot;:{&quot;x&quot;:259.47918832770637,&quot;y&quot;:182.41376524769186},&quot;rotate&quot;:3.141592653589793,&quot;skewX&quot;:0,&quot;scale&quot;:{&quot;x&quot;:1,&quot;y&quot;:1}},&quot;opacity&quot;:1,&quot;path&quot;:{&quot;type&quot;:&quot;RECT&quot;,&quot;size&quot;:{&quot;x&quot;:-10.391703203222528,&quot;y&quot;:113.4156615246744},&quot;cornerRounding&quot;:{&quot;type&quot;:&quot;ARC_LENGTH&quot;,&quot;global&quot;:0}},&quot;pathStyles&quot;:[{&quot;type&quot;:&quot;FILL&quot;,&quot;fillStyle&quot;:&quot;rgba(247, 127, 127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56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ebb88310-5c8a-45d1-9fb1-da4af9df32e3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ebb88310-5c8a-45d1-9fb1-da4af9df32e3&quot;:{&quot;type&quot;:&quot;FIGURE_OBJECT&quot;,&quot;id&quot;:&quot;ebb88310-5c8a-45d1-9fb1-da4af9df32e3&quot;,&quot;relativeTransform&quot;:{&quot;translate&quot;:{&quot;x&quot;:299.58295000987306,&quot;y&quot;:185.01415999108946},&quot;rotate&quot;:3.141592653589793,&quot;skewX&quot;:0,&quot;scale&quot;:{&quot;x&quot;:1,&quot;y&quot;:1}},&quot;opacity&quot;:1,&quot;path&quot;:{&quot;type&quot;:&quot;RECT&quot;,&quot;size&quot;:{&quot;x&quot;:-10.391703203222528,&quot;y&quot;:108.35897111675054},&quot;cornerRounding&quot;:{&quot;type&quot;:&quot;ARC_LENGTH&quot;,&quot;global&quot;:0}},&quot;pathStyles&quot;:[{&quot;type&quot;:&quot;FILL&quot;,&quot;fillStyle&quot;:&quot;rgba(30, 134, 238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58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23fe1107-281d-4f11-828a-c97b9e08a5d6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23fe1107-281d-4f11-828a-c97b9e08a5d6&quot;:{&quot;type&quot;:&quot;FIGURE_OBJECT&quot;,&quot;id&quot;:&quot;23fe1107-281d-4f11-828a-c97b9e08a5d6&quot;,&quot;relativeTransform&quot;:{&quot;translate&quot;:{&quot;x&quot;:311.7582993908161,&quot;y&quot;:213.48918809354015},&quot;rotate&quot;:3.141592653589793,&quot;skewX&quot;:0,&quot;scale&quot;:{&quot;x&quot;:1,&quot;y&quot;:1}},&quot;opacity&quot;:1,&quot;path&quot;:{&quot;type&quot;:&quot;RECT&quot;,&quot;size&quot;:{&quot;x&quot;:-10.391703203222528,&quot;y&quot;:51.3370284914361},&quot;cornerRounding&quot;:{&quot;type&quot;:&quot;ARC_LENGTH&quot;,&quot;global&quot;:0}},&quot;pathStyles&quot;:[{&quot;type&quot;:&quot;FILL&quot;,&quot;fillStyle&quot;:&quot;rgba(247, 127, 127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6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49c9ffc0-13ba-4f32-a488-416ad7b86ce2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49c9ffc0-13ba-4f32-a488-416ad7b86ce2&quot;:{&quot;type&quot;:&quot;FIGURE_OBJECT&quot;,&quot;id&quot;:&quot;49c9ffc0-13ba-4f32-a488-416ad7b86ce2&quot;,&quot;relativeTransform&quot;:{&quot;translate&quot;:{&quot;x&quot;:324.11939493521567,&quot;y&quot;:224.70528565368488},&quot;rotate&quot;:3.141592653589793,&quot;skewX&quot;:0,&quot;scale&quot;:{&quot;x&quot;:1,&quot;y&quot;:1}},&quot;opacity&quot;:1,&quot;path&quot;:{&quot;type&quot;:&quot;RECT&quot;,&quot;size&quot;:{&quot;x&quot;:-10.391703203222528,&quot;y&quot;:29.32014406794034},&quot;cornerRounding&quot;:{&quot;type&quot;:&quot;ARC_LENGTH&quot;,&quot;global&quot;:0}},&quot;pathStyles&quot;:[{&quot;type&quot;:&quot;FILL&quot;,&quot;fillStyle&quot;:&quot;rgba(133, 107, 230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61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ea9e5286-e168-4128-9326-ff7a80c12e21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ea9e5286-e168-4128-9326-ff7a80c12e21&quot;:{&quot;type&quot;:&quot;FIGURE_OBJECT&quot;,&quot;id&quot;:&quot;ea9e5286-e168-4128-9326-ff7a80c12e21&quot;,&quot;relativeTransform&quot;:{&quot;translate&quot;:{&quot;x&quot;:351.97755924792887,&quot;y&quot;:162.17331382733124},&quot;rotate&quot;:3.141592653589793,&quot;skewX&quot;:0,&quot;scale&quot;:{&quot;x&quot;:1,&quot;y&quot;:1}},&quot;opacity&quot;:1,&quot;path&quot;:{&quot;type&quot;:&quot;RECT&quot;,&quot;size&quot;:{&quot;x&quot;:-10.391703203222528,&quot;y&quot;:154.5176306429879},&quot;cornerRounding&quot;:{&quot;type&quot;:&quot;ARC_LENGTH&quot;,&quot;global&quot;:0}},&quot;pathStyles&quot;:[{&quot;type&quot;:&quot;FILL&quot;,&quot;fillStyle&quot;:&quot;rgba(30, 134, 238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62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e83481dc-f7ed-4cba-8fb9-8bbc4fa18fd2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e83481dc-f7ed-4cba-8fb9-8bbc4fa18fd2&quot;:{&quot;type&quot;:&quot;FIGURE_OBJECT&quot;,&quot;id&quot;:&quot;e83481dc-f7ed-4cba-8fb9-8bbc4fa18fd2&quot;,&quot;relativeTransform&quot;:{&quot;translate&quot;:{&quot;x&quot;:364.13085332446576,&quot;y&quot;:203.3174844806641},&quot;rotate&quot;:3.141592653589793,&quot;skewX&quot;:0,&quot;scale&quot;:{&quot;x&quot;:1,&quot;y&quot;:1}},&quot;opacity&quot;:1,&quot;path&quot;:{&quot;type&quot;:&quot;RECT&quot;,&quot;size&quot;:{&quot;x&quot;:-10.391703203222528,&quot;y&quot;:72.02354084456178},&quot;cornerRounding&quot;:{&quot;type&quot;:&quot;ARC_LENGTH&quot;,&quot;global&quot;:0}},&quot;pathStyles&quot;:[{&quot;type&quot;:&quot;FILL&quot;,&quot;fillStyle&quot;:&quot;rgba(247, 127, 127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63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5723625b-e99f-4277-843d-13a024a1466f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5723625b-e99f-4277-843d-13a024a1466f&quot;:{&quot;type&quot;:&quot;FIGURE_OBJECT&quot;,&quot;id&quot;:&quot;5723625b-e99f-4277-843d-13a024a1466f&quot;,&quot;relativeTransform&quot;:{&quot;translate&quot;:{&quot;x&quot;:376.39903244296147,&quot;y&quot;:182.02477799894794},&quot;rotate&quot;:3.141592653589793,&quot;skewX&quot;:0,&quot;scale&quot;:{&quot;x&quot;:1,&quot;y&quot;:1}},&quot;opacity&quot;:1,&quot;path&quot;:{&quot;type&quot;:&quot;RECT&quot;,&quot;size&quot;:{&quot;x&quot;:-10.391703203222528,&quot;y&quot;:113.77740701548923},&quot;cornerRounding&quot;:{&quot;type&quot;:&quot;ARC_LENGTH&quot;,&quot;global&quot;:0}},&quot;pathStyles&quot;:[{&quot;type&quot;:&quot;FILL&quot;,&quot;fillStyle&quot;:&quot;rgba(133, 107, 230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65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84cd0c09-f50a-4d88-8d38-ad126de686a2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84cd0c09-f50a-4d88-8d38-ad126de686a2&quot;:{&quot;type&quot;:&quot;FIGURE_OBJECT&quot;,&quot;id&quot;:&quot;84cd0c09-f50a-4d88-8d38-ad126de686a2&quot;,&quot;relativeTransform&quot;:{&quot;translate&quot;:{&quot;x&quot;:219.56117280899676,&quot;y&quot;:203.80920198027118},&quot;rotate&quot;:3.141592653589793,&quot;skewX&quot;:0,&quot;scale&quot;:{&quot;x&quot;:1,&quot;y&quot;:1}},&quot;opacity&quot;:1,&quot;path&quot;:{&quot;type&quot;:&quot;RECT&quot;,&quot;size&quot;:{&quot;x&quot;:-10.391703203222528,&quot;y&quot;:71.17650044450744},&quot;cornerRounding&quot;:{&quot;type&quot;:&quot;ARC_LENGTH&quot;,&quot;global&quot;:0}},&quot;pathStyles&quot;:[{&quot;type&quot;:&quot;FILL&quot;,&quot;fillStyle&quot;:&quot;rgba(133, 107, 230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7205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44c62799-0a36-40a2-8a33-28acf887e318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44c62799-0a36-40a2-8a33-28acf887e318&quot;:{&quot;type&quot;:&quot;FIGURE_OBJECT&quot;,&quot;id&quot;:&quot;44c62799-0a36-40a2-8a33-28acf887e318&quot;,&quot;relativeTransform&quot;:{&quot;translate&quot;:{&quot;x&quot;:271.53904299949807,&quot;y&quot;:193.74360003805376},&quot;rotate&quot;:3.141592653589793,&quot;skewX&quot;:0,&quot;scale&quot;:{&quot;x&quot;:1,&quot;y&quot;:1}},&quot;opacity&quot;:1,&quot;path&quot;:{&quot;type&quot;:&quot;RECT&quot;,&quot;size&quot;:{&quot;x&quot;:-10.391703203222528,&quot;y&quot;:90.82891710702754},&quot;cornerRounding&quot;:{&quot;type&quot;:&quot;ARC_LENGTH&quot;,&quot;global&quot;:0}},&quot;pathStyles&quot;:[{&quot;type&quot;:&quot;FILL&quot;,&quot;fillStyle&quot;:&quot;rgba(133, 107, 230, 1)&quot;},{&quot;type&quot;:&quot;STROKE&quot;,&quot;strokeStyle&quot;:&quot;transparent&quot;,&quot;lineWidth&quot;:0.8728937319557354,&quot;lineJoin&quot;:&quot;round&quot;}],&quot;isLocked&quot;:false,&quot;parent&quot;:{&quot;type&quot;:&quot;CHILD&quot;,&quot;parentId&quot;:&quot;d10849c8-f0fe-469a-a968-87f487774495&quot;,&quot;order&quot;:&quot;9999721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32ba67d5efd49e6cb42a64"/>
  <p:tag name="FIGURESLIDEID" val="d10849c8-f0fe-469a-a968-87f487774495"/>
  <p:tag name="SELECTIONIDS" val="d2bf1ea8-012d-4283-82a5-856b8a36f699"/>
  <p:tag name="TRANSPARENTBACKGROUND" val="true"/>
  <p:tag name="VERSION" val="1781709430755"/>
  <p:tag name="TITLE" val="Icon Pack - Histogram and Bar Graphs"/>
  <p:tag name="CREATORNAME" val="Keisuke Ishihara"/>
  <p:tag name="DATEINSERTED" val="1781709431271"/>
  <p:tag name="DPI" val="300"/>
  <p:tag name="BIOJSON" val="{&quot;id&quot;:&quot;689c635b-7a07-4d03-924b-0a3de2f27fc5&quot;,&quot;objects&quot;:{&quot;d2bf1ea8-012d-4283-82a5-856b8a36f699&quot;:{&quot;type&quot;:&quot;FIGURE_OBJECT&quot;,&quot;id&quot;:&quot;d2bf1ea8-012d-4283-82a5-856b8a36f699&quot;,&quot;parent&quot;:{&quot;type&quot;:&quot;CHILD&quot;,&quot;parentId&quot;:&quot;d10849c8-f0fe-469a-a968-87f487774495&quot;,&quot;order&quot;:&quot;9999747&quot;},&quot;relativeTransform&quot;:{&quot;translate&quot;:{&quot;x&quot;:57.361432083187196,&quot;y&quot;:18.913308631092036},&quot;rotate&quot;:0,&quot;skewX&quot;:0,&quot;scale&quot;:{&quot;x&quot;:1,&quot;y&quot;:1}}},&quot;db798f38-379e-4d65-b1f9-1bbd9ee35ee7&quot;:{&quot;type&quot;:&quot;FIGURE_OBJECT&quot;,&quot;id&quot;:&quot;db798f38-379e-4d65-b1f9-1bbd9ee35ee7&quot;,&quot;relativeTransform&quot;:{&quot;translate&quot;:{&quot;x&quot;:109.99061947200981,&quot;y&quot;:52.39088980990745},&quot;rotate&quot;:0},&quot;opacity&quot;:1,&quot;path&quot;:{&quot;type&quot;:&quot;POLY_LINE&quot;,&quot;points&quot;:[{&quot;x&quot;:-3.1698350389483325,&quot;y&quot;:0},{&quot;x&quot;:3.16983503894832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02&quot;}},&quot;1f9cb7cb-98c9-49a8-a8bd-ef8ab081fa93&quot;:{&quot;type&quot;:&quot;FIGURE_OBJECT&quot;,&quot;id&quot;:&quot;1f9cb7cb-98c9-49a8-a8bd-ef8ab081fa93&quot;,&quot;relativeTransform&quot;:{&quot;translate&quot;:{&quot;x&quot;:109.99064048575542,&quot;y&quot;:85.86418928225609},&quot;rotate&quot;:0},&quot;opacity&quot;:1,&quot;path&quot;:{&quot;type&quot;:&quot;POLY_LINE&quot;,&quot;points&quot;:[{&quot;x&quot;:-3.1698350389483565,&quot;y&quot;:0},{&quot;x&quot;:3.169835038948344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05&quot;}},&quot;42d4a52e-1b04-40c3-b9db-7d8e708bb81c&quot;:{&quot;type&quot;:&quot;FIGURE_OBJECT&quot;,&quot;id&quot;:&quot;42d4a52e-1b04-40c3-b9db-7d8e708bb81c&quot;,&quot;relativeTransform&quot;:{&quot;translate&quot;:{&quot;x&quot;:109.99064048575542,&quot;y&quot;:121.28727316234495},&quot;rotate&quot;:0},&quot;opacity&quot;:1,&quot;path&quot;:{&quot;type&quot;:&quot;POLY_LINE&quot;,&quot;points&quot;:[{&quot;x&quot;:-3.169835038948344,&quot;y&quot;:0},{&quot;x&quot;:3.1698350389483565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1&quot;}},&quot;70de56bd-0b37-46bb-afff-218603ab0153&quot;:{&quot;type&quot;:&quot;FIGURE_OBJECT&quot;,&quot;id&quot;:&quot;70de56bd-0b37-46bb-afff-218603ab0153&quot;,&quot;relativeTransform&quot;:{&quot;translate&quot;:{&quot;x&quot;:109.9906404857555,&quot;y&quot;:156.71035704243388},&quot;rotate&quot;:0},&quot;opacity&quot;:1,&quot;path&quot;:{&quot;type&quot;:&quot;POLY_LINE&quot;,&quot;points&quot;:[{&quot;x&quot;:-3.1698350389483325,&quot;y&quot;:0},{&quot;x&quot;:3.16983503894832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15&quot;}},&quot;503bcc57-436c-46f7-8d67-fc2fd906de1b&quot;:{&quot;type&quot;:&quot;FIGURE_OBJECT&quot;,&quot;id&quot;:&quot;503bcc57-436c-46f7-8d67-fc2fd906de1b&quot;,&quot;relativeTransform&quot;:{&quot;translate&quot;:{&quot;x&quot;:109.9906404857555,&quot;y&quot;:190.13366670759294},&quot;rotate&quot;:0},&quot;opacity&quot;:1,&quot;path&quot;:{&quot;type&quot;:&quot;POLY_LINE&quot;,&quot;points&quot;:[{&quot;x&quot;:-3.1698350389483325,&quot;y&quot;:0},{&quot;x&quot;:3.16983503894832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2&quot;}},&quot;b02f7af9-c1b8-456b-9ef7-68ca9db88969&quot;:{&quot;type&quot;:&quot;FIGURE_OBJECT&quot;,&quot;id&quot;:&quot;b02f7af9-c1b8-456b-9ef7-68ca9db88969&quot;,&quot;relativeTransform&quot;:{&quot;translate&quot;:{&quot;x&quot;:96.19331699581771,&quot;y&quot;:221.5644875077347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0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25&quot;}},&quot;65da6917-a3a5-4056-8053-bc6476090eb0&quot;:{&quot;type&quot;:&quot;FIGURE_OBJECT&quot;,&quot;id&quot;:&quot;65da6917-a3a5-4056-8053-bc6476090eb0&quot;,&quot;relativeTransform&quot;:{&quot;translate&quot;:{&quot;x&quot;:96.70823879362757,&quot;y&quot;:191.6288230268717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5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3&quot;}},&quot;2ca86669-2c16-41f2-89fa-685a8a1be4f2&quot;:{&quot;type&quot;:&quot;FIGURE_OBJECT&quot;,&quot;id&quot;:&quot;2ca86669-2c16-41f2-89fa-685a8a1be4f2&quot;,&quot;relativeTransform&quot;:{&quot;translate&quot;:{&quot;x&quot;:96.70823879362757,&quot;y&quot;:158.661407406254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1]}],&quot;text&quot;:&quot;10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4&quot;}},&quot;422ffde6-8ef5-4c6b-a457-c30f1b8194fe&quot;:{&quot;type&quot;:&quot;FIGURE_OBJECT&quot;,&quot;id&quot;:&quot;422ffde6-8ef5-4c6b-a457-c30f1b8194fe&quot;,&quot;relativeTransform&quot;:{&quot;translate&quot;:{&quot;x&quot;:96.70823879362757,&quot;y&quot;:122.66547153751321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1]}],&quot;text&quot;:&quot;15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5&quot;}},&quot;cb46b5b1-5d40-4c75-990b-9d4edc2432e1&quot;:{&quot;type&quot;:&quot;FIGURE_OBJECT&quot;,&quot;id&quot;:&quot;cb46b5b1-5d40-4c75-990b-9d4edc2432e1&quot;,&quot;relativeTransform&quot;:{&quot;translate&quot;:{&quot;x&quot;:96.70823879362757,&quot;y&quot;:86.86900432561427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1]}],&quot;text&quot;:&quot;20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52&quot;}},&quot;c8765d57-2e60-4b0f-a70f-18b716599a93&quot;:{&quot;type&quot;:&quot;FIGURE_OBJECT&quot;,&quot;id&quot;:&quot;c8765d57-2e60-4b0f-a70f-18b716599a93&quot;,&quot;relativeTransform&quot;:{&quot;translate&quot;:{&quot;x&quot;:96.70769001241419,&quot;y&quot;:54.09862424997237},&quot;rotate&quot;:0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1]}],&quot;text&quot;:&quot;25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6.60032463358513,&quot;y&quot;:14},&quot;targetSize&quot;:{&quot;x&quot;:16.60032463358513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55&quot;}},&quot;f3e86805-1b50-4dc3-9804-951184abbb19&quot;:{&quot;type&quot;:&quot;FIGURE_OBJECT&quot;,&quot;id&quot;:&quot;f3e86805-1b50-4dc3-9804-951184abbb19&quot;,&quot;relativeTransform&quot;:{&quot;translate&quot;:{&quot;x&quot;:149.58021132439563,&quot;y&quot;:230.7868413728161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A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4.112231600556441,&quot;y&quot;:14},&quot;targetSize&quot;:{&quot;x&quot;:14.112231600556441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6&quot;}},&quot;0f24585e-205a-47cc-add1-684d83d93433&quot;:{&quot;type&quot;:&quot;FIGURE_OBJECT&quot;,&quot;id&quot;:&quot;0f24585e-205a-47cc-add1-684d83d93433&quot;,&quot;relativeTransform&quot;:{&quot;translate&quot;:{&quot;x&quot;:202.18034706869759,&quot;y&quot;:230.7868413728161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B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4.112231600556441,&quot;y&quot;:14},&quot;targetSize&quot;:{&quot;x&quot;:14.112231600556441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65&quot;}},&quot;05cab959-76aa-4fe3-ad99-0f06f0cb13fc&quot;:{&quot;type&quot;:&quot;FIGURE_OBJECT&quot;,&quot;id&quot;:&quot;05cab959-76aa-4fe3-ad99-0f06f0cb13fc&quot;,&quot;relativeTransform&quot;:{&quot;translate&quot;:{&quot;x&quot;:255.42194788305244,&quot;y&quot;:230.7868413728161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C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4.112231600556441,&quot;y&quot;:14},&quot;targetSize&quot;:{&quot;x&quot;:14.112231600556441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7&quot;}},&quot;c807975d-5ba4-45a4-a42b-e77faf505580&quot;:{&quot;type&quot;:&quot;FIGURE_OBJECT&quot;,&quot;id&quot;:&quot;c807975d-5ba4-45a4-a42b-e77faf505580&quot;,&quot;relativeTransform&quot;:{&quot;translate&quot;:{&quot;x&quot;:306.73915348724927,&quot;y&quot;:230.78684137281613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2,&quot;color&quot;:&quot;#232323&quot;,&quot;fontWeight&quot;:&quot;normal&quot;,&quot;fontStyle&quot;:&quot;normal&quot;,&quot;decoration&quot;:&quot;none&quot;,&quot;script&quot;:&quot;none&quot;},&quot;range&quot;:[0,0]}],&quot;text&quot;:&quot;D&quot;,&quot;baseStyle&quot;:{&quot;fontFamily&quot;:&quot;Roboto&quot;,&quot;fontSize&quot;:12,&quot;color&quot;:&quot;#232323&quot;,&quot;fontWeight&quot;:&quot;normal&quot;,&quot;fontStyle&quot;:&quot;normal&quot;,&quot;decoration&quot;:&quot;none&quot;,&quot;script&quot;:&quot;none&quot;}}],&quot;verticalAlign&quot;:&quot;TOP&quot;},&quot;size&quot;:{&quot;x&quot;:14.112231600556441,&quot;y&quot;:14},&quot;targetSize&quot;:{&quot;x&quot;:14.112231600556441,&quot;y&quot;:12.172955821141997},&quot;format&quot;:&quot;BETTER_TEXT&quot;,&quot;verticalAlign&quot;:&quot;TOP&quot;},&quot;isLocked&quot;:false,&quot;parent&quot;:{&quot;type&quot;:&quot;CHILD&quot;,&quot;parentId&quot;:&quot;d2bf1ea8-012d-4283-82a5-856b8a36f699&quot;,&quot;order&quot;:&quot;75&quot;}},&quot;b95ab596-3ff0-478c-a514-b17f05127903&quot;:{&quot;type&quot;:&quot;FIGURE_OBJECT&quot;,&quot;id&quot;:&quot;b95ab596-3ff0-478c-a514-b17f05127903&quot;,&quot;relativeTransform&quot;:{&quot;translate&quot;:{&quot;x&quot;:225.08202969469434,&quot;y&quot;:129.76001880877777},&quot;rotate&quot;:0},&quot;opacity&quot;:1,&quot;path&quot;:{&quot;type&quot;:&quot;POLY_LINE&quot;,&quot;points&quot;:[{&quot;x&quot;:-111.65681548581317,&quot;y&quot;:-90.7587326465996},{&quot;x&quot;:-111.65681548581317,&quot;y&quot;:90.7587326465996},{&quot;x&quot;:111.65681548581317,&quot;y&quot;:90.7587326465996}],&quot;closed&quot;:false},&quot;pathStyles&quot;:[{&quot;type&quot;:&quot;FILL&quot;,&quot;fillStyle&quot;:&quot;transparent&quot;},{&quot;type&quot;:&quot;STROKE&quot;,&quot;strokeStyle&quot;:&quot;#232323&quot;,&quot;lineWidth&quot;:1.6459936531087327,&quot;lineJoin&quot;:&quot;round&quot;,&quot;dashArray&quot;:[0,0]}],&quot;isLocked&quot;:false,&quot;parent&quot;:{&quot;type&quot;:&quot;CHILD&quot;,&quot;parentId&quot;:&quot;d2bf1ea8-012d-4283-82a5-856b8a36f699&quot;,&quot;order&quot;:&quot;8&quot;}},&quot;557a803f-3922-47f3-8e75-8c747de542e4&quot;:{&quot;type&quot;:&quot;FIGURE_OBJECT&quot;,&quot;id&quot;:&quot;557a803f-3922-47f3-8e75-8c747de542e4&quot;,&quot;relativeTransform&quot;:{&quot;translate&quot;:{&quot;x&quot;:109.99061947200981,&quot;y&quot;:220.4085724398743},&quot;rotate&quot;:0},&quot;opacity&quot;:1,&quot;path&quot;:{&quot;type&quot;:&quot;POLY_LINE&quot;,&quot;points&quot;:[{&quot;x&quot;:-3.1698350389483325,&quot;y&quot;:0},{&quot;x&quot;:3.16983503894832,&quot;y&quot;:0}],&quot;closed&quot;:false},&quot;pathStyles&quot;:[{&quot;type&quot;:&quot;FILL&quot;,&quot;fillStyle&quot;:&quot;transparent&quot;},{&quot;type&quot;:&quot;STROKE&quot;,&quot;strokeStyle&quot;:&quot;#232323&quot;,&quot;lineWidth&quot;:0.8694968443672854,&quot;lineJoin&quot;:&quot;round&quot;,&quot;dashArray&quot;:[0,0]}],&quot;isLocked&quot;:false,&quot;parent&quot;:{&quot;type&quot;:&quot;CHILD&quot;,&quot;parentId&quot;:&quot;d2bf1ea8-012d-4283-82a5-856b8a36f699&quot;,&quot;order&quot;:&quot;9&quot;}},&quot;d10849c8-f0fe-469a-a968-87f487774495&quot;:{&quot;type&quot;:&quot;FIGURE_OBJECT&quot;,&quot;id&quot;:&quot;d10849c8-f0fe-469a-a968-87f487774495&quot;,&quot;document&quot;:{&quot;type&quot;:&quot;FIGURE&quot;,&quot;canvasType&quot;:&quot;FIGURE&quot;,&quot;units&quot;:&quot;in&quot;,&quot;title&quot;:&quot;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689c635b-7a07-4d03-924b-0a3de2f27fc5&quot;,&quot;order&quot;:&quot;89&quot;},&quot;source&quot;:{&quot;id&quot;:&quot;646230c5515ec0dc445d81d5&quot;,&quot;type&quot;:&quot;TEMPLATES&quot;}},&quot;689c635b-7a07-4d03-924b-0a3de2f27fc5&quot;:{&quot;id&quot;:&quot;689c635b-7a07-4d03-924b-0a3de2f27fc5&quot;,&quot;type&quot;:&quot;FIGURE_OBJECT&quot;,&quot;document&quot;:{&quot;type&quot;:&quot;DOCUMENT_GROUP&quot;,&quot;canvasType&quot;:&quot;FIGURE&quot;,&quot;units&quot;:&quot;in&quot;},&quot;source&quot;:{&quot;id&quot;:&quot;646230c5515ec0dc445d81d5&quot;,&quot;type&quot;:&quot;TEMPLATES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309</Words>
  <Application>Microsoft Macintosh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Roboto</vt:lpstr>
      <vt:lpstr>Office Theme</vt:lpstr>
      <vt:lpstr>Intro to Programming Lecture 1 – Strings and the Genome</vt:lpstr>
      <vt:lpstr>PowerPoint Presentation</vt:lpstr>
      <vt:lpstr>DNA is transcribed and translated into a collection of amino acids (=protein)</vt:lpstr>
      <vt:lpstr>A mutation in HBB gene (one of the hemoglobin proteins) causes sickle cell anemia. How?</vt:lpstr>
      <vt:lpstr>What is the DNA sequence of hemoglobin beta subunit?</vt:lpstr>
      <vt:lpstr>Spot the difference</vt:lpstr>
      <vt:lpstr>Why does this lead to the incorrect protein?</vt:lpstr>
      <vt:lpstr>The Codon Table maps DNA to amino acids</vt:lpstr>
      <vt:lpstr>We have many letters (DNA) to keep track and ask how this is converted into another type of letters (amino acids) according to a set of rules.  Let’s make the computer do this!</vt:lpstr>
      <vt:lpstr>Point mutations and their consequences</vt:lpstr>
      <vt:lpstr>Lecture 1 Summary</vt:lpstr>
      <vt:lpstr>From genes to genomes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Ishihara, Keisuke</dc:creator>
  <cp:lastModifiedBy>Ishihara, Keisuke</cp:lastModifiedBy>
  <cp:revision>29</cp:revision>
  <dcterms:created xsi:type="dcterms:W3CDTF">2026-06-17T14:08:55Z</dcterms:created>
  <dcterms:modified xsi:type="dcterms:W3CDTF">2026-06-17T15:41:13Z</dcterms:modified>
</cp:coreProperties>
</file>